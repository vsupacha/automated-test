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2" autoAdjust="0"/>
    <p:restoredTop sz="94660"/>
  </p:normalViewPr>
  <p:slideViewPr>
    <p:cSldViewPr snapToGrid="0">
      <p:cViewPr varScale="1">
        <p:scale>
          <a:sx n="55" d="100"/>
          <a:sy n="55" d="100"/>
        </p:scale>
        <p:origin x="96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D3581-4A1E-3A9E-CD45-C4A0FC50B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6F6B8-A272-9BD2-165F-8652400BE0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289C1-5773-C522-2ADF-1AFE289E5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0D7C-C5D9-7B30-5408-B4FD6B9B0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6C3D4-5F1C-2B1F-C8FF-8B3046910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6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2DEFF-A38D-9771-0ECF-4DC141921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0BDE4-6057-A628-1294-9EA0F8766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6CF9A-6D35-29A8-456F-A60AE5D40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951D4-AEF4-AF1C-DDC5-11FEA2FEC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1A799-2AA8-3BF3-7F36-7B609688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234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06F50-4451-DBE8-1ECE-4240FAE9D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BB3F9-17D3-80D1-29DA-02EF8052D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356E8-4D4F-58A8-7995-3F6031344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734E4-242F-29F5-DAF9-2CAEE20CD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915AF-AA1C-2A19-9D7A-9E1C9E28D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75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4DB77-C693-70CD-0EA8-D5404410F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6ACB8-B1A7-D3F2-A2BD-F96A777AA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BA2777-72F3-20EA-91BF-F1F23318A3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57245-F8C3-CD79-E516-0BAC0FA93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96D527-3ABA-AFAB-EE68-0DDCD923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DCC912-1A3C-FC37-DB2B-CB75D119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31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D6CBE-A006-9572-9A27-28EC6A084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004BC-FEC7-82A2-324E-BA4D36A63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BCCA67-3FE3-D89E-75AB-987A2F992A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4B9929-019E-1FEE-999E-A8D8B69DC1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0AE89E-C242-EC72-A68B-2C4E1DD2E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1D3E37-7985-E84B-24E8-BDA2EE5B6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6B25F4-23AA-0D4E-D350-8786DB5FC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C42E86-CEC5-5191-6F6C-1F5EB63AE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2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B50ED-F1F9-02FE-919E-3EB566BD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952130-AACF-BFA8-4499-C6A2C8484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7686DA-2D1A-2248-F3C8-24F5B0467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0A019-EA00-7DFA-71DE-5B7D2839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60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B74C8-E19F-C417-3EFB-B5CA4755F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F5600E-5DF2-3011-CE2C-CC2986DC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4B6B0-236D-8229-7981-42DBBDBCA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1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B3B6A-D3FA-74C1-259D-0CA728067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0321D-5489-046E-468D-5A71299A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253C48-A1A2-C0B4-2766-671AE5A89D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BEDF2-C809-EA72-DC59-F87A15688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1E93C-694E-1B27-8AAC-8F1AC191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CD37C5-7304-7413-EE3C-101614000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47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7D424-0C2B-F6DE-71F8-1EDC6D962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6B679B-EEAF-1F33-64D2-94ADB457A5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D187C6-EF15-1F39-A00B-989382237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AE930-E85A-8367-51A3-807472DF7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45F750-8C78-D508-7E9E-D9F27A1A4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A60686-F8F3-E4D1-C5B2-20E9428F1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164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33429-13DE-423B-343B-E1569105C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333A6-177E-272B-2793-9720D44B61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07743-2FE5-F5CE-5A53-9809D04A5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2DC45-6512-52E9-A668-7BC269FFB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74FF2-F46C-0836-433E-67980787D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964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18724D-B9EA-14F7-C83A-0391EEFE78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4D0CD-1E55-91AF-B0EA-057E4FCF3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B2F45-F496-1EC5-CAE2-9DB57958B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364C1-F752-8025-6028-E80FA047B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16801-228F-6702-3CBB-16F51C00D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920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54ACDB-44BA-63F9-789B-58F3B110E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AD8B1-1747-F2FA-93A7-DAAD82FDF1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F9734-5EED-E2AF-D04E-D949A1E714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1EB22-15C5-4D1A-AFBC-8D4E10DDA59F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EF92B8-F685-E851-B9A2-DAD374E5EE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758AA-5DAB-C88B-07E5-53E431D49E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760A8-BA29-4112-978A-1285808BF5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4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0118427-1643-5236-EECF-8F3047466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6237"/>
            <a:ext cx="6667500" cy="610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99D86FC-764B-D585-5454-A0C2A0CCC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0173" y="376237"/>
            <a:ext cx="3333750" cy="2662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D4D46E1-142C-8B81-EA81-7B34121ED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0173" y="3438048"/>
            <a:ext cx="3667125" cy="3043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308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8CBF773-3AF3-2EA1-BAFE-22610B95C050}"/>
              </a:ext>
            </a:extLst>
          </p:cNvPr>
          <p:cNvGrpSpPr/>
          <p:nvPr/>
        </p:nvGrpSpPr>
        <p:grpSpPr>
          <a:xfrm>
            <a:off x="685800" y="340336"/>
            <a:ext cx="4963925" cy="5878390"/>
            <a:chOff x="685800" y="340336"/>
            <a:chExt cx="4963925" cy="5878390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F526898A-8677-4883-A3B3-439B2C9365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" y="340336"/>
              <a:ext cx="4953000" cy="29408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lying Probe Test: An Extensive Guide to the Technology and Applications">
              <a:extLst>
                <a:ext uri="{FF2B5EF4-FFF2-40B4-BE49-F238E27FC236}">
                  <a16:creationId xmlns:a16="http://schemas.microsoft.com/office/drawing/2014/main" id="{98120048-F7BE-7633-4FB3-6DF8CFDC02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800" y="3429000"/>
              <a:ext cx="4963925" cy="27897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15574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fb67b33-5297-4888-9b64-6141d4c9307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เอกสาร" ma:contentTypeID="0x0101000C26ED4FF8EDD64DB44646FFCB697D50" ma:contentTypeVersion="18" ma:contentTypeDescription="สร้างเอกสารใหม่" ma:contentTypeScope="" ma:versionID="7c59c447710d8d07d8a1baa6504ff8ab">
  <xsd:schema xmlns:xsd="http://www.w3.org/2001/XMLSchema" xmlns:xs="http://www.w3.org/2001/XMLSchema" xmlns:p="http://schemas.microsoft.com/office/2006/metadata/properties" xmlns:ns3="efb67b33-5297-4888-9b64-6141d4c93076" xmlns:ns4="5ebc053c-b06b-4fb8-b47f-5463008b9ef5" targetNamespace="http://schemas.microsoft.com/office/2006/metadata/properties" ma:root="true" ma:fieldsID="1b1e2d183788a4750baf0434420c07e5" ns3:_="" ns4:_="">
    <xsd:import namespace="efb67b33-5297-4888-9b64-6141d4c93076"/>
    <xsd:import namespace="5ebc053c-b06b-4fb8-b47f-5463008b9ef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b67b33-5297-4888-9b64-6141d4c9307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bc053c-b06b-4fb8-b47f-5463008b9ef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แชร์กับ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แชร์พร้อมกับรายละเอียด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การแชร์แฮชคำแนะนำ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ชนิดเนื้อหา"/>
        <xsd:element ref="dc:title" minOccurs="0" maxOccurs="1" ma:index="4" ma:displayName="ชื่อเรื่อง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B90051-65D9-46EF-94FB-41426F782A42}">
  <ds:schemaRefs>
    <ds:schemaRef ds:uri="http://schemas.microsoft.com/office/infopath/2007/PartnerControls"/>
    <ds:schemaRef ds:uri="http://purl.org/dc/terms/"/>
    <ds:schemaRef ds:uri="http://www.w3.org/XML/1998/namespace"/>
    <ds:schemaRef ds:uri="5ebc053c-b06b-4fb8-b47f-5463008b9ef5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schemas.microsoft.com/office/2006/metadata/properties"/>
    <ds:schemaRef ds:uri="efb67b33-5297-4888-9b64-6141d4c93076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55BB781-C317-45A3-8FDB-C5A8263AC4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FBE62E5-EC0D-45A5-9A09-55942B1875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b67b33-5297-4888-9b64-6141d4c93076"/>
    <ds:schemaRef ds:uri="5ebc053c-b06b-4fb8-b47f-5463008b9e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Supachai  Vorapojpisut</dc:creator>
  <cp:lastModifiedBy>Supachai  Vorapojpisut</cp:lastModifiedBy>
  <cp:revision>3</cp:revision>
  <dcterms:created xsi:type="dcterms:W3CDTF">2026-07-07T16:01:57Z</dcterms:created>
  <dcterms:modified xsi:type="dcterms:W3CDTF">2026-07-08T11:43:18Z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0x0101000C26ED4FF8EDD64DB44646FFCB697D50</vt:lpwstr>
  </property>
</Properties>
</file>