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8"/>
  </p:notesMasterIdLst>
  <p:sldIdLst>
    <p:sldId id="256" r:id="rId5"/>
    <p:sldId id="296" r:id="rId6"/>
    <p:sldId id="257" r:id="rId7"/>
    <p:sldId id="258" r:id="rId8"/>
    <p:sldId id="259" r:id="rId9"/>
    <p:sldId id="260" r:id="rId10"/>
    <p:sldId id="262" r:id="rId11"/>
    <p:sldId id="263" r:id="rId12"/>
    <p:sldId id="261" r:id="rId13"/>
    <p:sldId id="308" r:id="rId14"/>
    <p:sldId id="264" r:id="rId15"/>
    <p:sldId id="265" r:id="rId16"/>
    <p:sldId id="266" r:id="rId17"/>
    <p:sldId id="267" r:id="rId18"/>
    <p:sldId id="309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650548-361F-415B-9AAB-EE1C52B46C67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33BBE4-353C-4057-8C9E-D62BCDA84F35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  <dgm:t>
        <a:bodyPr/>
        <a:lstStyle/>
        <a:p>
          <a:r>
            <a:rPr lang="en-US" sz="2000" dirty="0"/>
            <a:t>Wafer test</a:t>
          </a:r>
        </a:p>
      </dgm:t>
    </dgm:pt>
    <dgm:pt modelId="{5B255AAE-2C52-4BED-909C-E2993C88EACA}" type="parTrans" cxnId="{22AC7617-DD52-4346-972C-F2DF70F8B3C2}">
      <dgm:prSet/>
      <dgm:spPr/>
      <dgm:t>
        <a:bodyPr/>
        <a:lstStyle/>
        <a:p>
          <a:endParaRPr lang="en-US"/>
        </a:p>
      </dgm:t>
    </dgm:pt>
    <dgm:pt modelId="{61A6F3EC-192C-459C-AC7D-C359B17A3537}" type="sibTrans" cxnId="{22AC7617-DD52-4346-972C-F2DF70F8B3C2}">
      <dgm:prSet/>
      <dgm:spPr>
        <a:ln w="25400"/>
      </dgm:spPr>
      <dgm:t>
        <a:bodyPr/>
        <a:lstStyle/>
        <a:p>
          <a:endParaRPr lang="en-US" dirty="0"/>
        </a:p>
      </dgm:t>
    </dgm:pt>
    <dgm:pt modelId="{76D4B790-EF14-4406-B4F6-604382FF1EFE}">
      <dgm:prSet phldrT="[Text]" custT="1"/>
      <dgm:spPr/>
      <dgm:t>
        <a:bodyPr/>
        <a:lstStyle/>
        <a:p>
          <a:r>
            <a:rPr lang="en-US" sz="2000" dirty="0"/>
            <a:t>Singulation</a:t>
          </a:r>
        </a:p>
      </dgm:t>
    </dgm:pt>
    <dgm:pt modelId="{810A7A01-D2B5-45B8-9822-5AFF46A49832}" type="parTrans" cxnId="{D58444FC-E956-459B-8418-0E24E7106E7C}">
      <dgm:prSet/>
      <dgm:spPr/>
      <dgm:t>
        <a:bodyPr/>
        <a:lstStyle/>
        <a:p>
          <a:endParaRPr lang="en-US"/>
        </a:p>
      </dgm:t>
    </dgm:pt>
    <dgm:pt modelId="{516394EC-ABB9-42D6-9BE2-57B1FEB4DE31}" type="sibTrans" cxnId="{D58444FC-E956-459B-8418-0E24E7106E7C}">
      <dgm:prSet/>
      <dgm:spPr>
        <a:ln w="25400"/>
      </dgm:spPr>
      <dgm:t>
        <a:bodyPr/>
        <a:lstStyle/>
        <a:p>
          <a:endParaRPr lang="en-US"/>
        </a:p>
      </dgm:t>
    </dgm:pt>
    <dgm:pt modelId="{E70135D0-81E7-4BF9-8E0E-A69FE541A108}">
      <dgm:prSet phldrT="[Text]" custT="1"/>
      <dgm:spPr/>
      <dgm:t>
        <a:bodyPr/>
        <a:lstStyle/>
        <a:p>
          <a:r>
            <a:rPr lang="en-US" sz="2000" dirty="0"/>
            <a:t>Packaging</a:t>
          </a:r>
        </a:p>
      </dgm:t>
    </dgm:pt>
    <dgm:pt modelId="{2E71DC3A-CE9D-42C4-8AD3-A813117F8A09}" type="parTrans" cxnId="{727D1E61-CFAF-47CA-9787-C09DBC08A8F1}">
      <dgm:prSet/>
      <dgm:spPr/>
      <dgm:t>
        <a:bodyPr/>
        <a:lstStyle/>
        <a:p>
          <a:endParaRPr lang="en-US"/>
        </a:p>
      </dgm:t>
    </dgm:pt>
    <dgm:pt modelId="{BDF6E43F-B53D-4459-BFC3-4FD167D2E97B}" type="sibTrans" cxnId="{727D1E61-CFAF-47CA-9787-C09DBC08A8F1}">
      <dgm:prSet/>
      <dgm:spPr>
        <a:ln w="25400"/>
      </dgm:spPr>
      <dgm:t>
        <a:bodyPr/>
        <a:lstStyle/>
        <a:p>
          <a:endParaRPr lang="en-US"/>
        </a:p>
      </dgm:t>
    </dgm:pt>
    <dgm:pt modelId="{F462460E-03FB-46C9-A207-632AC6A16C98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0070C0"/>
          </a:solidFill>
        </a:ln>
      </dgm:spPr>
      <dgm:t>
        <a:bodyPr/>
        <a:lstStyle/>
        <a:p>
          <a:r>
            <a:rPr lang="en-US" sz="2000" dirty="0"/>
            <a:t>Final test</a:t>
          </a:r>
        </a:p>
      </dgm:t>
    </dgm:pt>
    <dgm:pt modelId="{7CD916DC-AB1F-463C-8E6C-3929C31B9260}" type="parTrans" cxnId="{6884EA58-CF32-4ABC-AC8D-1213F8567106}">
      <dgm:prSet/>
      <dgm:spPr/>
      <dgm:t>
        <a:bodyPr/>
        <a:lstStyle/>
        <a:p>
          <a:endParaRPr lang="en-US"/>
        </a:p>
      </dgm:t>
    </dgm:pt>
    <dgm:pt modelId="{0077C42E-606C-4607-86FD-4FE5956CDF52}" type="sibTrans" cxnId="{6884EA58-CF32-4ABC-AC8D-1213F8567106}">
      <dgm:prSet/>
      <dgm:spPr/>
      <dgm:t>
        <a:bodyPr/>
        <a:lstStyle/>
        <a:p>
          <a:endParaRPr lang="en-US"/>
        </a:p>
      </dgm:t>
    </dgm:pt>
    <dgm:pt modelId="{0936D99C-3B0F-432F-B77C-AF96D5E6C8DE}">
      <dgm:prSet phldrT="[Text]"/>
      <dgm:spPr/>
      <dgm:t>
        <a:bodyPr/>
        <a:lstStyle/>
        <a:p>
          <a:r>
            <a:rPr lang="en-US" dirty="0"/>
            <a:t>Interconnect</a:t>
          </a:r>
        </a:p>
      </dgm:t>
    </dgm:pt>
    <dgm:pt modelId="{E562E334-1AF1-41A2-995F-890E5C599862}" type="parTrans" cxnId="{C45AFBF4-F28D-4A42-87D0-1EED6D9F0208}">
      <dgm:prSet/>
      <dgm:spPr/>
      <dgm:t>
        <a:bodyPr/>
        <a:lstStyle/>
        <a:p>
          <a:endParaRPr lang="en-US"/>
        </a:p>
      </dgm:t>
    </dgm:pt>
    <dgm:pt modelId="{A6C05185-46CF-4208-A7DB-B6ABC60DD5A0}" type="sibTrans" cxnId="{C45AFBF4-F28D-4A42-87D0-1EED6D9F0208}">
      <dgm:prSet/>
      <dgm:spPr>
        <a:ln w="25400"/>
      </dgm:spPr>
      <dgm:t>
        <a:bodyPr/>
        <a:lstStyle/>
        <a:p>
          <a:endParaRPr lang="en-US"/>
        </a:p>
      </dgm:t>
    </dgm:pt>
    <dgm:pt modelId="{8A3FE5AE-93B0-4B1A-B36A-6DD2167EE8CB}" type="pres">
      <dgm:prSet presAssocID="{5A650548-361F-415B-9AAB-EE1C52B46C67}" presName="Name0" presStyleCnt="0">
        <dgm:presLayoutVars>
          <dgm:dir/>
          <dgm:resizeHandles val="exact"/>
        </dgm:presLayoutVars>
      </dgm:prSet>
      <dgm:spPr/>
    </dgm:pt>
    <dgm:pt modelId="{05861A8C-2B43-454B-A113-58826E8D74CF}" type="pres">
      <dgm:prSet presAssocID="{FC33BBE4-353C-4057-8C9E-D62BCDA84F35}" presName="node" presStyleLbl="node1" presStyleIdx="0" presStyleCnt="5">
        <dgm:presLayoutVars>
          <dgm:bulletEnabled val="1"/>
        </dgm:presLayoutVars>
      </dgm:prSet>
      <dgm:spPr/>
    </dgm:pt>
    <dgm:pt modelId="{686DE654-4C69-4837-97FE-5C8BF5561C7D}" type="pres">
      <dgm:prSet presAssocID="{61A6F3EC-192C-459C-AC7D-C359B17A3537}" presName="sibTrans" presStyleLbl="sibTrans1D1" presStyleIdx="0" presStyleCnt="4"/>
      <dgm:spPr/>
    </dgm:pt>
    <dgm:pt modelId="{EDE724A2-D244-4813-BFB8-9402D3B0C4C2}" type="pres">
      <dgm:prSet presAssocID="{61A6F3EC-192C-459C-AC7D-C359B17A3537}" presName="connectorText" presStyleLbl="sibTrans1D1" presStyleIdx="0" presStyleCnt="4"/>
      <dgm:spPr/>
    </dgm:pt>
    <dgm:pt modelId="{45D04933-703E-4C72-B1F6-C592CFAE1EA4}" type="pres">
      <dgm:prSet presAssocID="{76D4B790-EF14-4406-B4F6-604382FF1EFE}" presName="node" presStyleLbl="node1" presStyleIdx="1" presStyleCnt="5">
        <dgm:presLayoutVars>
          <dgm:bulletEnabled val="1"/>
        </dgm:presLayoutVars>
      </dgm:prSet>
      <dgm:spPr/>
    </dgm:pt>
    <dgm:pt modelId="{C991FC5D-7DCF-4A83-AF96-47D1194C9077}" type="pres">
      <dgm:prSet presAssocID="{516394EC-ABB9-42D6-9BE2-57B1FEB4DE31}" presName="sibTrans" presStyleLbl="sibTrans1D1" presStyleIdx="1" presStyleCnt="4"/>
      <dgm:spPr/>
    </dgm:pt>
    <dgm:pt modelId="{E9AEEAE5-978C-4685-8DFA-5468C6764B5F}" type="pres">
      <dgm:prSet presAssocID="{516394EC-ABB9-42D6-9BE2-57B1FEB4DE31}" presName="connectorText" presStyleLbl="sibTrans1D1" presStyleIdx="1" presStyleCnt="4"/>
      <dgm:spPr/>
    </dgm:pt>
    <dgm:pt modelId="{1FAA6C69-1C10-4EC6-BCF5-E25E04A2AFAA}" type="pres">
      <dgm:prSet presAssocID="{0936D99C-3B0F-432F-B77C-AF96D5E6C8DE}" presName="node" presStyleLbl="node1" presStyleIdx="2" presStyleCnt="5">
        <dgm:presLayoutVars>
          <dgm:bulletEnabled val="1"/>
        </dgm:presLayoutVars>
      </dgm:prSet>
      <dgm:spPr/>
    </dgm:pt>
    <dgm:pt modelId="{9DE03666-B3E1-458D-96C3-BF2486DFC73C}" type="pres">
      <dgm:prSet presAssocID="{A6C05185-46CF-4208-A7DB-B6ABC60DD5A0}" presName="sibTrans" presStyleLbl="sibTrans1D1" presStyleIdx="2" presStyleCnt="4"/>
      <dgm:spPr/>
    </dgm:pt>
    <dgm:pt modelId="{9B839B06-AA5F-4CA5-8D07-9312A4EA9A03}" type="pres">
      <dgm:prSet presAssocID="{A6C05185-46CF-4208-A7DB-B6ABC60DD5A0}" presName="connectorText" presStyleLbl="sibTrans1D1" presStyleIdx="2" presStyleCnt="4"/>
      <dgm:spPr/>
    </dgm:pt>
    <dgm:pt modelId="{5572ED46-16A4-4E49-8DB3-87E18BBF0595}" type="pres">
      <dgm:prSet presAssocID="{E70135D0-81E7-4BF9-8E0E-A69FE541A108}" presName="node" presStyleLbl="node1" presStyleIdx="3" presStyleCnt="5">
        <dgm:presLayoutVars>
          <dgm:bulletEnabled val="1"/>
        </dgm:presLayoutVars>
      </dgm:prSet>
      <dgm:spPr/>
    </dgm:pt>
    <dgm:pt modelId="{DD64F109-7BB1-45BE-A345-F6141DE1CDC1}" type="pres">
      <dgm:prSet presAssocID="{BDF6E43F-B53D-4459-BFC3-4FD167D2E97B}" presName="sibTrans" presStyleLbl="sibTrans1D1" presStyleIdx="3" presStyleCnt="4"/>
      <dgm:spPr/>
    </dgm:pt>
    <dgm:pt modelId="{8471D583-D16E-4498-81BB-708BDB6CE2C6}" type="pres">
      <dgm:prSet presAssocID="{BDF6E43F-B53D-4459-BFC3-4FD167D2E97B}" presName="connectorText" presStyleLbl="sibTrans1D1" presStyleIdx="3" presStyleCnt="4"/>
      <dgm:spPr/>
    </dgm:pt>
    <dgm:pt modelId="{8B9826DD-78EE-467E-917A-3E5D94543E36}" type="pres">
      <dgm:prSet presAssocID="{F462460E-03FB-46C9-A207-632AC6A16C98}" presName="node" presStyleLbl="node1" presStyleIdx="4" presStyleCnt="5">
        <dgm:presLayoutVars>
          <dgm:bulletEnabled val="1"/>
        </dgm:presLayoutVars>
      </dgm:prSet>
      <dgm:spPr/>
    </dgm:pt>
  </dgm:ptLst>
  <dgm:cxnLst>
    <dgm:cxn modelId="{D0D3D20A-E520-4E9B-8938-3354E0F92EE8}" type="presOf" srcId="{5A650548-361F-415B-9AAB-EE1C52B46C67}" destId="{8A3FE5AE-93B0-4B1A-B36A-6DD2167EE8CB}" srcOrd="0" destOrd="0" presId="urn:microsoft.com/office/officeart/2005/8/layout/bProcess3"/>
    <dgm:cxn modelId="{22AC7617-DD52-4346-972C-F2DF70F8B3C2}" srcId="{5A650548-361F-415B-9AAB-EE1C52B46C67}" destId="{FC33BBE4-353C-4057-8C9E-D62BCDA84F35}" srcOrd="0" destOrd="0" parTransId="{5B255AAE-2C52-4BED-909C-E2993C88EACA}" sibTransId="{61A6F3EC-192C-459C-AC7D-C359B17A3537}"/>
    <dgm:cxn modelId="{7C30EF1E-0FC5-4E2D-9656-43523AF3B13A}" type="presOf" srcId="{0936D99C-3B0F-432F-B77C-AF96D5E6C8DE}" destId="{1FAA6C69-1C10-4EC6-BCF5-E25E04A2AFAA}" srcOrd="0" destOrd="0" presId="urn:microsoft.com/office/officeart/2005/8/layout/bProcess3"/>
    <dgm:cxn modelId="{399B7C26-DD71-422F-870B-04D4428C857E}" type="presOf" srcId="{516394EC-ABB9-42D6-9BE2-57B1FEB4DE31}" destId="{E9AEEAE5-978C-4685-8DFA-5468C6764B5F}" srcOrd="1" destOrd="0" presId="urn:microsoft.com/office/officeart/2005/8/layout/bProcess3"/>
    <dgm:cxn modelId="{99D5FC30-CC27-439C-8FDA-2A8EE79DEA26}" type="presOf" srcId="{F462460E-03FB-46C9-A207-632AC6A16C98}" destId="{8B9826DD-78EE-467E-917A-3E5D94543E36}" srcOrd="0" destOrd="0" presId="urn:microsoft.com/office/officeart/2005/8/layout/bProcess3"/>
    <dgm:cxn modelId="{727D1E61-CFAF-47CA-9787-C09DBC08A8F1}" srcId="{5A650548-361F-415B-9AAB-EE1C52B46C67}" destId="{E70135D0-81E7-4BF9-8E0E-A69FE541A108}" srcOrd="3" destOrd="0" parTransId="{2E71DC3A-CE9D-42C4-8AD3-A813117F8A09}" sibTransId="{BDF6E43F-B53D-4459-BFC3-4FD167D2E97B}"/>
    <dgm:cxn modelId="{ED94DB76-7E93-494D-8BCF-0093DF854CDA}" type="presOf" srcId="{516394EC-ABB9-42D6-9BE2-57B1FEB4DE31}" destId="{C991FC5D-7DCF-4A83-AF96-47D1194C9077}" srcOrd="0" destOrd="0" presId="urn:microsoft.com/office/officeart/2005/8/layout/bProcess3"/>
    <dgm:cxn modelId="{A107E377-C579-446E-8320-3B6E6E0D419D}" type="presOf" srcId="{BDF6E43F-B53D-4459-BFC3-4FD167D2E97B}" destId="{DD64F109-7BB1-45BE-A345-F6141DE1CDC1}" srcOrd="0" destOrd="0" presId="urn:microsoft.com/office/officeart/2005/8/layout/bProcess3"/>
    <dgm:cxn modelId="{6884EA58-CF32-4ABC-AC8D-1213F8567106}" srcId="{5A650548-361F-415B-9AAB-EE1C52B46C67}" destId="{F462460E-03FB-46C9-A207-632AC6A16C98}" srcOrd="4" destOrd="0" parTransId="{7CD916DC-AB1F-463C-8E6C-3929C31B9260}" sibTransId="{0077C42E-606C-4607-86FD-4FE5956CDF52}"/>
    <dgm:cxn modelId="{BF02085A-DF06-4B54-B9D9-A0A088240678}" type="presOf" srcId="{E70135D0-81E7-4BF9-8E0E-A69FE541A108}" destId="{5572ED46-16A4-4E49-8DB3-87E18BBF0595}" srcOrd="0" destOrd="0" presId="urn:microsoft.com/office/officeart/2005/8/layout/bProcess3"/>
    <dgm:cxn modelId="{00A51887-4455-4783-85C2-444A1815BDE9}" type="presOf" srcId="{A6C05185-46CF-4208-A7DB-B6ABC60DD5A0}" destId="{9B839B06-AA5F-4CA5-8D07-9312A4EA9A03}" srcOrd="1" destOrd="0" presId="urn:microsoft.com/office/officeart/2005/8/layout/bProcess3"/>
    <dgm:cxn modelId="{4E95278A-54C7-4695-8577-F43DE251E137}" type="presOf" srcId="{61A6F3EC-192C-459C-AC7D-C359B17A3537}" destId="{686DE654-4C69-4837-97FE-5C8BF5561C7D}" srcOrd="0" destOrd="0" presId="urn:microsoft.com/office/officeart/2005/8/layout/bProcess3"/>
    <dgm:cxn modelId="{7B7A4EAE-A9C2-4CD7-94EC-0E97FC97ED6B}" type="presOf" srcId="{FC33BBE4-353C-4057-8C9E-D62BCDA84F35}" destId="{05861A8C-2B43-454B-A113-58826E8D74CF}" srcOrd="0" destOrd="0" presId="urn:microsoft.com/office/officeart/2005/8/layout/bProcess3"/>
    <dgm:cxn modelId="{F5A4AACC-ACFE-4D72-9F99-EECF5A69067D}" type="presOf" srcId="{76D4B790-EF14-4406-B4F6-604382FF1EFE}" destId="{45D04933-703E-4C72-B1F6-C592CFAE1EA4}" srcOrd="0" destOrd="0" presId="urn:microsoft.com/office/officeart/2005/8/layout/bProcess3"/>
    <dgm:cxn modelId="{5B1086D5-0C2B-49EC-9EDE-258952C31DF2}" type="presOf" srcId="{BDF6E43F-B53D-4459-BFC3-4FD167D2E97B}" destId="{8471D583-D16E-4498-81BB-708BDB6CE2C6}" srcOrd="1" destOrd="0" presId="urn:microsoft.com/office/officeart/2005/8/layout/bProcess3"/>
    <dgm:cxn modelId="{14ED2AE9-32C8-4173-900E-4544D640801A}" type="presOf" srcId="{A6C05185-46CF-4208-A7DB-B6ABC60DD5A0}" destId="{9DE03666-B3E1-458D-96C3-BF2486DFC73C}" srcOrd="0" destOrd="0" presId="urn:microsoft.com/office/officeart/2005/8/layout/bProcess3"/>
    <dgm:cxn modelId="{C45AFBF4-F28D-4A42-87D0-1EED6D9F0208}" srcId="{5A650548-361F-415B-9AAB-EE1C52B46C67}" destId="{0936D99C-3B0F-432F-B77C-AF96D5E6C8DE}" srcOrd="2" destOrd="0" parTransId="{E562E334-1AF1-41A2-995F-890E5C599862}" sibTransId="{A6C05185-46CF-4208-A7DB-B6ABC60DD5A0}"/>
    <dgm:cxn modelId="{153744FB-C6FE-4869-A594-782C2BFC0AEC}" type="presOf" srcId="{61A6F3EC-192C-459C-AC7D-C359B17A3537}" destId="{EDE724A2-D244-4813-BFB8-9402D3B0C4C2}" srcOrd="1" destOrd="0" presId="urn:microsoft.com/office/officeart/2005/8/layout/bProcess3"/>
    <dgm:cxn modelId="{D58444FC-E956-459B-8418-0E24E7106E7C}" srcId="{5A650548-361F-415B-9AAB-EE1C52B46C67}" destId="{76D4B790-EF14-4406-B4F6-604382FF1EFE}" srcOrd="1" destOrd="0" parTransId="{810A7A01-D2B5-45B8-9822-5AFF46A49832}" sibTransId="{516394EC-ABB9-42D6-9BE2-57B1FEB4DE31}"/>
    <dgm:cxn modelId="{556C38EA-D6A8-41BC-BE74-03AF29BBC300}" type="presParOf" srcId="{8A3FE5AE-93B0-4B1A-B36A-6DD2167EE8CB}" destId="{05861A8C-2B43-454B-A113-58826E8D74CF}" srcOrd="0" destOrd="0" presId="urn:microsoft.com/office/officeart/2005/8/layout/bProcess3"/>
    <dgm:cxn modelId="{373EA51F-0BC9-46BE-A957-4031EF719C5D}" type="presParOf" srcId="{8A3FE5AE-93B0-4B1A-B36A-6DD2167EE8CB}" destId="{686DE654-4C69-4837-97FE-5C8BF5561C7D}" srcOrd="1" destOrd="0" presId="urn:microsoft.com/office/officeart/2005/8/layout/bProcess3"/>
    <dgm:cxn modelId="{68602588-E22C-4E94-A03E-69A2048BF42E}" type="presParOf" srcId="{686DE654-4C69-4837-97FE-5C8BF5561C7D}" destId="{EDE724A2-D244-4813-BFB8-9402D3B0C4C2}" srcOrd="0" destOrd="0" presId="urn:microsoft.com/office/officeart/2005/8/layout/bProcess3"/>
    <dgm:cxn modelId="{8B7DDF2C-5705-4326-BAB9-6C450A65813C}" type="presParOf" srcId="{8A3FE5AE-93B0-4B1A-B36A-6DD2167EE8CB}" destId="{45D04933-703E-4C72-B1F6-C592CFAE1EA4}" srcOrd="2" destOrd="0" presId="urn:microsoft.com/office/officeart/2005/8/layout/bProcess3"/>
    <dgm:cxn modelId="{54B5F340-0DE9-4CA3-8BCA-F5BEE8BBD9D7}" type="presParOf" srcId="{8A3FE5AE-93B0-4B1A-B36A-6DD2167EE8CB}" destId="{C991FC5D-7DCF-4A83-AF96-47D1194C9077}" srcOrd="3" destOrd="0" presId="urn:microsoft.com/office/officeart/2005/8/layout/bProcess3"/>
    <dgm:cxn modelId="{CFFD3AB5-D368-4CDE-879F-8B8231CECB8F}" type="presParOf" srcId="{C991FC5D-7DCF-4A83-AF96-47D1194C9077}" destId="{E9AEEAE5-978C-4685-8DFA-5468C6764B5F}" srcOrd="0" destOrd="0" presId="urn:microsoft.com/office/officeart/2005/8/layout/bProcess3"/>
    <dgm:cxn modelId="{D97C961C-B5CC-4600-93B2-AEBE16520072}" type="presParOf" srcId="{8A3FE5AE-93B0-4B1A-B36A-6DD2167EE8CB}" destId="{1FAA6C69-1C10-4EC6-BCF5-E25E04A2AFAA}" srcOrd="4" destOrd="0" presId="urn:microsoft.com/office/officeart/2005/8/layout/bProcess3"/>
    <dgm:cxn modelId="{AB1F8287-1A03-4D74-8049-9FBF57E1F0FF}" type="presParOf" srcId="{8A3FE5AE-93B0-4B1A-B36A-6DD2167EE8CB}" destId="{9DE03666-B3E1-458D-96C3-BF2486DFC73C}" srcOrd="5" destOrd="0" presId="urn:microsoft.com/office/officeart/2005/8/layout/bProcess3"/>
    <dgm:cxn modelId="{83091F0B-9E69-465C-AB14-B01B9937B166}" type="presParOf" srcId="{9DE03666-B3E1-458D-96C3-BF2486DFC73C}" destId="{9B839B06-AA5F-4CA5-8D07-9312A4EA9A03}" srcOrd="0" destOrd="0" presId="urn:microsoft.com/office/officeart/2005/8/layout/bProcess3"/>
    <dgm:cxn modelId="{12572B2E-9995-4B80-AE6E-C1C82813160B}" type="presParOf" srcId="{8A3FE5AE-93B0-4B1A-B36A-6DD2167EE8CB}" destId="{5572ED46-16A4-4E49-8DB3-87E18BBF0595}" srcOrd="6" destOrd="0" presId="urn:microsoft.com/office/officeart/2005/8/layout/bProcess3"/>
    <dgm:cxn modelId="{85722F6C-2F65-4A1F-BC54-163E750505E2}" type="presParOf" srcId="{8A3FE5AE-93B0-4B1A-B36A-6DD2167EE8CB}" destId="{DD64F109-7BB1-45BE-A345-F6141DE1CDC1}" srcOrd="7" destOrd="0" presId="urn:microsoft.com/office/officeart/2005/8/layout/bProcess3"/>
    <dgm:cxn modelId="{9DC5528C-6E27-4AB4-BC69-AD34F23A1541}" type="presParOf" srcId="{DD64F109-7BB1-45BE-A345-F6141DE1CDC1}" destId="{8471D583-D16E-4498-81BB-708BDB6CE2C6}" srcOrd="0" destOrd="0" presId="urn:microsoft.com/office/officeart/2005/8/layout/bProcess3"/>
    <dgm:cxn modelId="{1848EBCD-8659-437F-9FA7-77D45B58B7FD}" type="presParOf" srcId="{8A3FE5AE-93B0-4B1A-B36A-6DD2167EE8CB}" destId="{8B9826DD-78EE-467E-917A-3E5D94543E36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650548-361F-415B-9AAB-EE1C52B46C67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33BBE4-353C-4057-8C9E-D62BCDA84F35}">
      <dgm:prSet phldrT="[Text]" custT="1"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dirty="0"/>
            <a:t>Pattern</a:t>
          </a:r>
          <a:br>
            <a:rPr lang="en-US" sz="2000" dirty="0"/>
          </a:br>
          <a:r>
            <a:rPr lang="en-US" sz="1400" dirty="0"/>
            <a:t>drill / imaging / etching</a:t>
          </a:r>
          <a:endParaRPr lang="en-US" sz="2000" dirty="0"/>
        </a:p>
      </dgm:t>
    </dgm:pt>
    <dgm:pt modelId="{5B255AAE-2C52-4BED-909C-E2993C88EACA}" type="parTrans" cxnId="{22AC7617-DD52-4346-972C-F2DF70F8B3C2}">
      <dgm:prSet/>
      <dgm:spPr/>
      <dgm:t>
        <a:bodyPr/>
        <a:lstStyle/>
        <a:p>
          <a:endParaRPr lang="en-US"/>
        </a:p>
      </dgm:t>
    </dgm:pt>
    <dgm:pt modelId="{61A6F3EC-192C-459C-AC7D-C359B17A3537}" type="sibTrans" cxnId="{22AC7617-DD52-4346-972C-F2DF70F8B3C2}">
      <dgm:prSet/>
      <dgm:spPr>
        <a:ln w="25400"/>
      </dgm:spPr>
      <dgm:t>
        <a:bodyPr/>
        <a:lstStyle/>
        <a:p>
          <a:endParaRPr lang="en-US" dirty="0"/>
        </a:p>
      </dgm:t>
    </dgm:pt>
    <dgm:pt modelId="{76D4B790-EF14-4406-B4F6-604382FF1EFE}">
      <dgm:prSet phldrT="[Text]" custT="1"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dirty="0"/>
            <a:t>Laminate</a:t>
          </a:r>
        </a:p>
      </dgm:t>
    </dgm:pt>
    <dgm:pt modelId="{810A7A01-D2B5-45B8-9822-5AFF46A49832}" type="parTrans" cxnId="{D58444FC-E956-459B-8418-0E24E7106E7C}">
      <dgm:prSet/>
      <dgm:spPr/>
      <dgm:t>
        <a:bodyPr/>
        <a:lstStyle/>
        <a:p>
          <a:endParaRPr lang="en-US"/>
        </a:p>
      </dgm:t>
    </dgm:pt>
    <dgm:pt modelId="{516394EC-ABB9-42D6-9BE2-57B1FEB4DE31}" type="sibTrans" cxnId="{D58444FC-E956-459B-8418-0E24E7106E7C}">
      <dgm:prSet/>
      <dgm:spPr>
        <a:ln w="25400"/>
      </dgm:spPr>
      <dgm:t>
        <a:bodyPr/>
        <a:lstStyle/>
        <a:p>
          <a:endParaRPr lang="en-US"/>
        </a:p>
      </dgm:t>
    </dgm:pt>
    <dgm:pt modelId="{E70135D0-81E7-4BF9-8E0E-A69FE541A108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/>
            <a:t>AOI</a:t>
          </a:r>
        </a:p>
      </dgm:t>
    </dgm:pt>
    <dgm:pt modelId="{2E71DC3A-CE9D-42C4-8AD3-A813117F8A09}" type="parTrans" cxnId="{727D1E61-CFAF-47CA-9787-C09DBC08A8F1}">
      <dgm:prSet/>
      <dgm:spPr/>
      <dgm:t>
        <a:bodyPr/>
        <a:lstStyle/>
        <a:p>
          <a:endParaRPr lang="en-US"/>
        </a:p>
      </dgm:t>
    </dgm:pt>
    <dgm:pt modelId="{BDF6E43F-B53D-4459-BFC3-4FD167D2E97B}" type="sibTrans" cxnId="{727D1E61-CFAF-47CA-9787-C09DBC08A8F1}">
      <dgm:prSet/>
      <dgm:spPr>
        <a:ln w="25400"/>
      </dgm:spPr>
      <dgm:t>
        <a:bodyPr/>
        <a:lstStyle/>
        <a:p>
          <a:endParaRPr lang="en-US"/>
        </a:p>
      </dgm:t>
    </dgm:pt>
    <dgm:pt modelId="{F462460E-03FB-46C9-A207-632AC6A16C98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sz="2000" dirty="0"/>
            <a:t>Elec test</a:t>
          </a:r>
        </a:p>
        <a:p>
          <a:r>
            <a:rPr lang="en-US" sz="1400" dirty="0"/>
            <a:t>Flying probe</a:t>
          </a:r>
          <a:endParaRPr lang="en-US" sz="2000" dirty="0"/>
        </a:p>
      </dgm:t>
    </dgm:pt>
    <dgm:pt modelId="{7CD916DC-AB1F-463C-8E6C-3929C31B9260}" type="parTrans" cxnId="{6884EA58-CF32-4ABC-AC8D-1213F8567106}">
      <dgm:prSet/>
      <dgm:spPr/>
      <dgm:t>
        <a:bodyPr/>
        <a:lstStyle/>
        <a:p>
          <a:endParaRPr lang="en-US"/>
        </a:p>
      </dgm:t>
    </dgm:pt>
    <dgm:pt modelId="{0077C42E-606C-4607-86FD-4FE5956CDF52}" type="sibTrans" cxnId="{6884EA58-CF32-4ABC-AC8D-1213F8567106}">
      <dgm:prSet/>
      <dgm:spPr/>
      <dgm:t>
        <a:bodyPr/>
        <a:lstStyle/>
        <a:p>
          <a:endParaRPr lang="en-US"/>
        </a:p>
      </dgm:t>
    </dgm:pt>
    <dgm:pt modelId="{0936D99C-3B0F-432F-B77C-AF96D5E6C8DE}">
      <dgm:prSet phldrT="[Text]" custT="1">
        <dgm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dirty="0"/>
            <a:t>Surface</a:t>
          </a:r>
          <a:br>
            <a:rPr lang="en-US" sz="1600" dirty="0"/>
          </a:br>
          <a:r>
            <a:rPr lang="en-US" sz="1400" dirty="0"/>
            <a:t>solder mask / surface finish / silkscreen</a:t>
          </a:r>
          <a:endParaRPr lang="en-US" sz="1600" dirty="0"/>
        </a:p>
      </dgm:t>
    </dgm:pt>
    <dgm:pt modelId="{E562E334-1AF1-41A2-995F-890E5C599862}" type="parTrans" cxnId="{C45AFBF4-F28D-4A42-87D0-1EED6D9F0208}">
      <dgm:prSet/>
      <dgm:spPr/>
      <dgm:t>
        <a:bodyPr/>
        <a:lstStyle/>
        <a:p>
          <a:endParaRPr lang="en-US"/>
        </a:p>
      </dgm:t>
    </dgm:pt>
    <dgm:pt modelId="{A6C05185-46CF-4208-A7DB-B6ABC60DD5A0}" type="sibTrans" cxnId="{C45AFBF4-F28D-4A42-87D0-1EED6D9F0208}">
      <dgm:prSet/>
      <dgm:spPr>
        <a:ln w="25400"/>
      </dgm:spPr>
      <dgm:t>
        <a:bodyPr/>
        <a:lstStyle/>
        <a:p>
          <a:endParaRPr lang="en-US"/>
        </a:p>
      </dgm:t>
    </dgm:pt>
    <dgm:pt modelId="{8A3FE5AE-93B0-4B1A-B36A-6DD2167EE8CB}" type="pres">
      <dgm:prSet presAssocID="{5A650548-361F-415B-9AAB-EE1C52B46C67}" presName="Name0" presStyleCnt="0">
        <dgm:presLayoutVars>
          <dgm:dir/>
          <dgm:resizeHandles val="exact"/>
        </dgm:presLayoutVars>
      </dgm:prSet>
      <dgm:spPr/>
    </dgm:pt>
    <dgm:pt modelId="{05861A8C-2B43-454B-A113-58826E8D74CF}" type="pres">
      <dgm:prSet presAssocID="{FC33BBE4-353C-4057-8C9E-D62BCDA84F35}" presName="node" presStyleLbl="node1" presStyleIdx="0" presStyleCnt="5">
        <dgm:presLayoutVars>
          <dgm:bulletEnabled val="1"/>
        </dgm:presLayoutVars>
      </dgm:prSet>
      <dgm:spPr/>
    </dgm:pt>
    <dgm:pt modelId="{686DE654-4C69-4837-97FE-5C8BF5561C7D}" type="pres">
      <dgm:prSet presAssocID="{61A6F3EC-192C-459C-AC7D-C359B17A3537}" presName="sibTrans" presStyleLbl="sibTrans1D1" presStyleIdx="0" presStyleCnt="4"/>
      <dgm:spPr/>
    </dgm:pt>
    <dgm:pt modelId="{EDE724A2-D244-4813-BFB8-9402D3B0C4C2}" type="pres">
      <dgm:prSet presAssocID="{61A6F3EC-192C-459C-AC7D-C359B17A3537}" presName="connectorText" presStyleLbl="sibTrans1D1" presStyleIdx="0" presStyleCnt="4"/>
      <dgm:spPr/>
    </dgm:pt>
    <dgm:pt modelId="{45D04933-703E-4C72-B1F6-C592CFAE1EA4}" type="pres">
      <dgm:prSet presAssocID="{76D4B790-EF14-4406-B4F6-604382FF1EFE}" presName="node" presStyleLbl="node1" presStyleIdx="1" presStyleCnt="5">
        <dgm:presLayoutVars>
          <dgm:bulletEnabled val="1"/>
        </dgm:presLayoutVars>
      </dgm:prSet>
      <dgm:spPr/>
    </dgm:pt>
    <dgm:pt modelId="{C991FC5D-7DCF-4A83-AF96-47D1194C9077}" type="pres">
      <dgm:prSet presAssocID="{516394EC-ABB9-42D6-9BE2-57B1FEB4DE31}" presName="sibTrans" presStyleLbl="sibTrans1D1" presStyleIdx="1" presStyleCnt="4"/>
      <dgm:spPr/>
    </dgm:pt>
    <dgm:pt modelId="{E9AEEAE5-978C-4685-8DFA-5468C6764B5F}" type="pres">
      <dgm:prSet presAssocID="{516394EC-ABB9-42D6-9BE2-57B1FEB4DE31}" presName="connectorText" presStyleLbl="sibTrans1D1" presStyleIdx="1" presStyleCnt="4"/>
      <dgm:spPr/>
    </dgm:pt>
    <dgm:pt modelId="{1FAA6C69-1C10-4EC6-BCF5-E25E04A2AFAA}" type="pres">
      <dgm:prSet presAssocID="{0936D99C-3B0F-432F-B77C-AF96D5E6C8DE}" presName="node" presStyleLbl="node1" presStyleIdx="2" presStyleCnt="5">
        <dgm:presLayoutVars>
          <dgm:bulletEnabled val="1"/>
        </dgm:presLayoutVars>
      </dgm:prSet>
      <dgm:spPr/>
    </dgm:pt>
    <dgm:pt modelId="{9DE03666-B3E1-458D-96C3-BF2486DFC73C}" type="pres">
      <dgm:prSet presAssocID="{A6C05185-46CF-4208-A7DB-B6ABC60DD5A0}" presName="sibTrans" presStyleLbl="sibTrans1D1" presStyleIdx="2" presStyleCnt="4"/>
      <dgm:spPr/>
    </dgm:pt>
    <dgm:pt modelId="{9B839B06-AA5F-4CA5-8D07-9312A4EA9A03}" type="pres">
      <dgm:prSet presAssocID="{A6C05185-46CF-4208-A7DB-B6ABC60DD5A0}" presName="connectorText" presStyleLbl="sibTrans1D1" presStyleIdx="2" presStyleCnt="4"/>
      <dgm:spPr/>
    </dgm:pt>
    <dgm:pt modelId="{5572ED46-16A4-4E49-8DB3-87E18BBF0595}" type="pres">
      <dgm:prSet presAssocID="{E70135D0-81E7-4BF9-8E0E-A69FE541A108}" presName="node" presStyleLbl="node1" presStyleIdx="3" presStyleCnt="5">
        <dgm:presLayoutVars>
          <dgm:bulletEnabled val="1"/>
        </dgm:presLayoutVars>
      </dgm:prSet>
      <dgm:spPr/>
    </dgm:pt>
    <dgm:pt modelId="{DD64F109-7BB1-45BE-A345-F6141DE1CDC1}" type="pres">
      <dgm:prSet presAssocID="{BDF6E43F-B53D-4459-BFC3-4FD167D2E97B}" presName="sibTrans" presStyleLbl="sibTrans1D1" presStyleIdx="3" presStyleCnt="4"/>
      <dgm:spPr/>
    </dgm:pt>
    <dgm:pt modelId="{8471D583-D16E-4498-81BB-708BDB6CE2C6}" type="pres">
      <dgm:prSet presAssocID="{BDF6E43F-B53D-4459-BFC3-4FD167D2E97B}" presName="connectorText" presStyleLbl="sibTrans1D1" presStyleIdx="3" presStyleCnt="4"/>
      <dgm:spPr/>
    </dgm:pt>
    <dgm:pt modelId="{8B9826DD-78EE-467E-917A-3E5D94543E36}" type="pres">
      <dgm:prSet presAssocID="{F462460E-03FB-46C9-A207-632AC6A16C98}" presName="node" presStyleLbl="node1" presStyleIdx="4" presStyleCnt="5">
        <dgm:presLayoutVars>
          <dgm:bulletEnabled val="1"/>
        </dgm:presLayoutVars>
      </dgm:prSet>
      <dgm:spPr/>
    </dgm:pt>
  </dgm:ptLst>
  <dgm:cxnLst>
    <dgm:cxn modelId="{D0D3D20A-E520-4E9B-8938-3354E0F92EE8}" type="presOf" srcId="{5A650548-361F-415B-9AAB-EE1C52B46C67}" destId="{8A3FE5AE-93B0-4B1A-B36A-6DD2167EE8CB}" srcOrd="0" destOrd="0" presId="urn:microsoft.com/office/officeart/2005/8/layout/bProcess3"/>
    <dgm:cxn modelId="{22AC7617-DD52-4346-972C-F2DF70F8B3C2}" srcId="{5A650548-361F-415B-9AAB-EE1C52B46C67}" destId="{FC33BBE4-353C-4057-8C9E-D62BCDA84F35}" srcOrd="0" destOrd="0" parTransId="{5B255AAE-2C52-4BED-909C-E2993C88EACA}" sibTransId="{61A6F3EC-192C-459C-AC7D-C359B17A3537}"/>
    <dgm:cxn modelId="{7C30EF1E-0FC5-4E2D-9656-43523AF3B13A}" type="presOf" srcId="{0936D99C-3B0F-432F-B77C-AF96D5E6C8DE}" destId="{1FAA6C69-1C10-4EC6-BCF5-E25E04A2AFAA}" srcOrd="0" destOrd="0" presId="urn:microsoft.com/office/officeart/2005/8/layout/bProcess3"/>
    <dgm:cxn modelId="{399B7C26-DD71-422F-870B-04D4428C857E}" type="presOf" srcId="{516394EC-ABB9-42D6-9BE2-57B1FEB4DE31}" destId="{E9AEEAE5-978C-4685-8DFA-5468C6764B5F}" srcOrd="1" destOrd="0" presId="urn:microsoft.com/office/officeart/2005/8/layout/bProcess3"/>
    <dgm:cxn modelId="{99D5FC30-CC27-439C-8FDA-2A8EE79DEA26}" type="presOf" srcId="{F462460E-03FB-46C9-A207-632AC6A16C98}" destId="{8B9826DD-78EE-467E-917A-3E5D94543E36}" srcOrd="0" destOrd="0" presId="urn:microsoft.com/office/officeart/2005/8/layout/bProcess3"/>
    <dgm:cxn modelId="{727D1E61-CFAF-47CA-9787-C09DBC08A8F1}" srcId="{5A650548-361F-415B-9AAB-EE1C52B46C67}" destId="{E70135D0-81E7-4BF9-8E0E-A69FE541A108}" srcOrd="3" destOrd="0" parTransId="{2E71DC3A-CE9D-42C4-8AD3-A813117F8A09}" sibTransId="{BDF6E43F-B53D-4459-BFC3-4FD167D2E97B}"/>
    <dgm:cxn modelId="{ED94DB76-7E93-494D-8BCF-0093DF854CDA}" type="presOf" srcId="{516394EC-ABB9-42D6-9BE2-57B1FEB4DE31}" destId="{C991FC5D-7DCF-4A83-AF96-47D1194C9077}" srcOrd="0" destOrd="0" presId="urn:microsoft.com/office/officeart/2005/8/layout/bProcess3"/>
    <dgm:cxn modelId="{A107E377-C579-446E-8320-3B6E6E0D419D}" type="presOf" srcId="{BDF6E43F-B53D-4459-BFC3-4FD167D2E97B}" destId="{DD64F109-7BB1-45BE-A345-F6141DE1CDC1}" srcOrd="0" destOrd="0" presId="urn:microsoft.com/office/officeart/2005/8/layout/bProcess3"/>
    <dgm:cxn modelId="{6884EA58-CF32-4ABC-AC8D-1213F8567106}" srcId="{5A650548-361F-415B-9AAB-EE1C52B46C67}" destId="{F462460E-03FB-46C9-A207-632AC6A16C98}" srcOrd="4" destOrd="0" parTransId="{7CD916DC-AB1F-463C-8E6C-3929C31B9260}" sibTransId="{0077C42E-606C-4607-86FD-4FE5956CDF52}"/>
    <dgm:cxn modelId="{BF02085A-DF06-4B54-B9D9-A0A088240678}" type="presOf" srcId="{E70135D0-81E7-4BF9-8E0E-A69FE541A108}" destId="{5572ED46-16A4-4E49-8DB3-87E18BBF0595}" srcOrd="0" destOrd="0" presId="urn:microsoft.com/office/officeart/2005/8/layout/bProcess3"/>
    <dgm:cxn modelId="{00A51887-4455-4783-85C2-444A1815BDE9}" type="presOf" srcId="{A6C05185-46CF-4208-A7DB-B6ABC60DD5A0}" destId="{9B839B06-AA5F-4CA5-8D07-9312A4EA9A03}" srcOrd="1" destOrd="0" presId="urn:microsoft.com/office/officeart/2005/8/layout/bProcess3"/>
    <dgm:cxn modelId="{4E95278A-54C7-4695-8577-F43DE251E137}" type="presOf" srcId="{61A6F3EC-192C-459C-AC7D-C359B17A3537}" destId="{686DE654-4C69-4837-97FE-5C8BF5561C7D}" srcOrd="0" destOrd="0" presId="urn:microsoft.com/office/officeart/2005/8/layout/bProcess3"/>
    <dgm:cxn modelId="{7B7A4EAE-A9C2-4CD7-94EC-0E97FC97ED6B}" type="presOf" srcId="{FC33BBE4-353C-4057-8C9E-D62BCDA84F35}" destId="{05861A8C-2B43-454B-A113-58826E8D74CF}" srcOrd="0" destOrd="0" presId="urn:microsoft.com/office/officeart/2005/8/layout/bProcess3"/>
    <dgm:cxn modelId="{F5A4AACC-ACFE-4D72-9F99-EECF5A69067D}" type="presOf" srcId="{76D4B790-EF14-4406-B4F6-604382FF1EFE}" destId="{45D04933-703E-4C72-B1F6-C592CFAE1EA4}" srcOrd="0" destOrd="0" presId="urn:microsoft.com/office/officeart/2005/8/layout/bProcess3"/>
    <dgm:cxn modelId="{5B1086D5-0C2B-49EC-9EDE-258952C31DF2}" type="presOf" srcId="{BDF6E43F-B53D-4459-BFC3-4FD167D2E97B}" destId="{8471D583-D16E-4498-81BB-708BDB6CE2C6}" srcOrd="1" destOrd="0" presId="urn:microsoft.com/office/officeart/2005/8/layout/bProcess3"/>
    <dgm:cxn modelId="{14ED2AE9-32C8-4173-900E-4544D640801A}" type="presOf" srcId="{A6C05185-46CF-4208-A7DB-B6ABC60DD5A0}" destId="{9DE03666-B3E1-458D-96C3-BF2486DFC73C}" srcOrd="0" destOrd="0" presId="urn:microsoft.com/office/officeart/2005/8/layout/bProcess3"/>
    <dgm:cxn modelId="{C45AFBF4-F28D-4A42-87D0-1EED6D9F0208}" srcId="{5A650548-361F-415B-9AAB-EE1C52B46C67}" destId="{0936D99C-3B0F-432F-B77C-AF96D5E6C8DE}" srcOrd="2" destOrd="0" parTransId="{E562E334-1AF1-41A2-995F-890E5C599862}" sibTransId="{A6C05185-46CF-4208-A7DB-B6ABC60DD5A0}"/>
    <dgm:cxn modelId="{153744FB-C6FE-4869-A594-782C2BFC0AEC}" type="presOf" srcId="{61A6F3EC-192C-459C-AC7D-C359B17A3537}" destId="{EDE724A2-D244-4813-BFB8-9402D3B0C4C2}" srcOrd="1" destOrd="0" presId="urn:microsoft.com/office/officeart/2005/8/layout/bProcess3"/>
    <dgm:cxn modelId="{D58444FC-E956-459B-8418-0E24E7106E7C}" srcId="{5A650548-361F-415B-9AAB-EE1C52B46C67}" destId="{76D4B790-EF14-4406-B4F6-604382FF1EFE}" srcOrd="1" destOrd="0" parTransId="{810A7A01-D2B5-45B8-9822-5AFF46A49832}" sibTransId="{516394EC-ABB9-42D6-9BE2-57B1FEB4DE31}"/>
    <dgm:cxn modelId="{556C38EA-D6A8-41BC-BE74-03AF29BBC300}" type="presParOf" srcId="{8A3FE5AE-93B0-4B1A-B36A-6DD2167EE8CB}" destId="{05861A8C-2B43-454B-A113-58826E8D74CF}" srcOrd="0" destOrd="0" presId="urn:microsoft.com/office/officeart/2005/8/layout/bProcess3"/>
    <dgm:cxn modelId="{373EA51F-0BC9-46BE-A957-4031EF719C5D}" type="presParOf" srcId="{8A3FE5AE-93B0-4B1A-B36A-6DD2167EE8CB}" destId="{686DE654-4C69-4837-97FE-5C8BF5561C7D}" srcOrd="1" destOrd="0" presId="urn:microsoft.com/office/officeart/2005/8/layout/bProcess3"/>
    <dgm:cxn modelId="{68602588-E22C-4E94-A03E-69A2048BF42E}" type="presParOf" srcId="{686DE654-4C69-4837-97FE-5C8BF5561C7D}" destId="{EDE724A2-D244-4813-BFB8-9402D3B0C4C2}" srcOrd="0" destOrd="0" presId="urn:microsoft.com/office/officeart/2005/8/layout/bProcess3"/>
    <dgm:cxn modelId="{8B7DDF2C-5705-4326-BAB9-6C450A65813C}" type="presParOf" srcId="{8A3FE5AE-93B0-4B1A-B36A-6DD2167EE8CB}" destId="{45D04933-703E-4C72-B1F6-C592CFAE1EA4}" srcOrd="2" destOrd="0" presId="urn:microsoft.com/office/officeart/2005/8/layout/bProcess3"/>
    <dgm:cxn modelId="{54B5F340-0DE9-4CA3-8BCA-F5BEE8BBD9D7}" type="presParOf" srcId="{8A3FE5AE-93B0-4B1A-B36A-6DD2167EE8CB}" destId="{C991FC5D-7DCF-4A83-AF96-47D1194C9077}" srcOrd="3" destOrd="0" presId="urn:microsoft.com/office/officeart/2005/8/layout/bProcess3"/>
    <dgm:cxn modelId="{CFFD3AB5-D368-4CDE-879F-8B8231CECB8F}" type="presParOf" srcId="{C991FC5D-7DCF-4A83-AF96-47D1194C9077}" destId="{E9AEEAE5-978C-4685-8DFA-5468C6764B5F}" srcOrd="0" destOrd="0" presId="urn:microsoft.com/office/officeart/2005/8/layout/bProcess3"/>
    <dgm:cxn modelId="{D97C961C-B5CC-4600-93B2-AEBE16520072}" type="presParOf" srcId="{8A3FE5AE-93B0-4B1A-B36A-6DD2167EE8CB}" destId="{1FAA6C69-1C10-4EC6-BCF5-E25E04A2AFAA}" srcOrd="4" destOrd="0" presId="urn:microsoft.com/office/officeart/2005/8/layout/bProcess3"/>
    <dgm:cxn modelId="{AB1F8287-1A03-4D74-8049-9FBF57E1F0FF}" type="presParOf" srcId="{8A3FE5AE-93B0-4B1A-B36A-6DD2167EE8CB}" destId="{9DE03666-B3E1-458D-96C3-BF2486DFC73C}" srcOrd="5" destOrd="0" presId="urn:microsoft.com/office/officeart/2005/8/layout/bProcess3"/>
    <dgm:cxn modelId="{83091F0B-9E69-465C-AB14-B01B9937B166}" type="presParOf" srcId="{9DE03666-B3E1-458D-96C3-BF2486DFC73C}" destId="{9B839B06-AA5F-4CA5-8D07-9312A4EA9A03}" srcOrd="0" destOrd="0" presId="urn:microsoft.com/office/officeart/2005/8/layout/bProcess3"/>
    <dgm:cxn modelId="{12572B2E-9995-4B80-AE6E-C1C82813160B}" type="presParOf" srcId="{8A3FE5AE-93B0-4B1A-B36A-6DD2167EE8CB}" destId="{5572ED46-16A4-4E49-8DB3-87E18BBF0595}" srcOrd="6" destOrd="0" presId="urn:microsoft.com/office/officeart/2005/8/layout/bProcess3"/>
    <dgm:cxn modelId="{85722F6C-2F65-4A1F-BC54-163E750505E2}" type="presParOf" srcId="{8A3FE5AE-93B0-4B1A-B36A-6DD2167EE8CB}" destId="{DD64F109-7BB1-45BE-A345-F6141DE1CDC1}" srcOrd="7" destOrd="0" presId="urn:microsoft.com/office/officeart/2005/8/layout/bProcess3"/>
    <dgm:cxn modelId="{9DC5528C-6E27-4AB4-BC69-AD34F23A1541}" type="presParOf" srcId="{DD64F109-7BB1-45BE-A345-F6141DE1CDC1}" destId="{8471D583-D16E-4498-81BB-708BDB6CE2C6}" srcOrd="0" destOrd="0" presId="urn:microsoft.com/office/officeart/2005/8/layout/bProcess3"/>
    <dgm:cxn modelId="{1848EBCD-8659-437F-9FA7-77D45B58B7FD}" type="presParOf" srcId="{8A3FE5AE-93B0-4B1A-B36A-6DD2167EE8CB}" destId="{8B9826DD-78EE-467E-917A-3E5D94543E36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8D83B9-6ED5-49E9-94FF-63A8E5B2CEDB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1F240E-E85B-4410-BED7-12A14003149D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dirty="0"/>
            <a:t>Solder Paste Printing</a:t>
          </a:r>
        </a:p>
      </dgm:t>
    </dgm:pt>
    <dgm:pt modelId="{17948829-6C81-45B9-87F5-47B1653D6040}" type="parTrans" cxnId="{759259C9-3686-4020-8372-72060990B6F8}">
      <dgm:prSet/>
      <dgm:spPr/>
      <dgm:t>
        <a:bodyPr/>
        <a:lstStyle/>
        <a:p>
          <a:endParaRPr lang="en-US"/>
        </a:p>
      </dgm:t>
    </dgm:pt>
    <dgm:pt modelId="{AC4315A1-22A6-497D-A713-FC808E09ADB9}" type="sibTrans" cxnId="{759259C9-3686-4020-8372-72060990B6F8}">
      <dgm:prSet/>
      <dgm:spPr>
        <a:ln w="25400"/>
      </dgm:spPr>
      <dgm:t>
        <a:bodyPr/>
        <a:lstStyle/>
        <a:p>
          <a:endParaRPr lang="en-US"/>
        </a:p>
      </dgm:t>
    </dgm:pt>
    <dgm:pt modelId="{FABEF3AA-AC52-45E4-ACBD-7B9767A962CF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dirty="0"/>
            <a:t>Pick &amp; Place</a:t>
          </a:r>
        </a:p>
      </dgm:t>
    </dgm:pt>
    <dgm:pt modelId="{33FF130C-7B92-4A05-8AD6-B8620AE486A9}" type="parTrans" cxnId="{F998E0B2-60B9-4BAF-91E9-D7804D59321A}">
      <dgm:prSet/>
      <dgm:spPr/>
      <dgm:t>
        <a:bodyPr/>
        <a:lstStyle/>
        <a:p>
          <a:endParaRPr lang="en-US"/>
        </a:p>
      </dgm:t>
    </dgm:pt>
    <dgm:pt modelId="{F0C0C32A-DF90-4911-BD03-12DC3A549088}" type="sibTrans" cxnId="{F998E0B2-60B9-4BAF-91E9-D7804D59321A}">
      <dgm:prSet/>
      <dgm:spPr>
        <a:ln w="25400"/>
      </dgm:spPr>
      <dgm:t>
        <a:bodyPr/>
        <a:lstStyle/>
        <a:p>
          <a:endParaRPr lang="en-US"/>
        </a:p>
      </dgm:t>
    </dgm:pt>
    <dgm:pt modelId="{3EBB998C-9EC0-419E-B36F-EC26597F6146}">
      <dgm:prSet phldrT="[Text]" custT="1">
        <dgm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dirty="0"/>
            <a:t>Reflow</a:t>
          </a:r>
        </a:p>
      </dgm:t>
    </dgm:pt>
    <dgm:pt modelId="{24A4CB3A-8E85-4FB3-BA00-400C3033C4A2}" type="parTrans" cxnId="{0016B633-C683-4048-A1F8-AA3785CA72DC}">
      <dgm:prSet/>
      <dgm:spPr/>
      <dgm:t>
        <a:bodyPr/>
        <a:lstStyle/>
        <a:p>
          <a:endParaRPr lang="en-US"/>
        </a:p>
      </dgm:t>
    </dgm:pt>
    <dgm:pt modelId="{3E714120-26FC-42E7-81F9-7698E0E18BE2}" type="sibTrans" cxnId="{0016B633-C683-4048-A1F8-AA3785CA72DC}">
      <dgm:prSet/>
      <dgm:spPr>
        <a:ln w="25400"/>
      </dgm:spPr>
      <dgm:t>
        <a:bodyPr/>
        <a:lstStyle/>
        <a:p>
          <a:endParaRPr lang="en-US"/>
        </a:p>
      </dgm:t>
    </dgm:pt>
    <dgm:pt modelId="{ECC62A52-E5DD-4EF7-ABF0-75C7476A927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AOI</a:t>
          </a:r>
        </a:p>
      </dgm:t>
    </dgm:pt>
    <dgm:pt modelId="{C9571F05-F60B-4B05-9E2A-1F3C9B47F531}" type="parTrans" cxnId="{80D45DDA-66BF-46CD-901E-7B8DA886BEE2}">
      <dgm:prSet/>
      <dgm:spPr/>
      <dgm:t>
        <a:bodyPr/>
        <a:lstStyle/>
        <a:p>
          <a:endParaRPr lang="en-US"/>
        </a:p>
      </dgm:t>
    </dgm:pt>
    <dgm:pt modelId="{C6E6C5C2-E354-4E25-A84B-B57A3B158E5B}" type="sibTrans" cxnId="{80D45DDA-66BF-46CD-901E-7B8DA886BEE2}">
      <dgm:prSet/>
      <dgm:spPr>
        <a:ln w="25400"/>
      </dgm:spPr>
      <dgm:t>
        <a:bodyPr/>
        <a:lstStyle/>
        <a:p>
          <a:endParaRPr lang="en-US"/>
        </a:p>
      </dgm:t>
    </dgm:pt>
    <dgm:pt modelId="{B5888891-8C44-4B62-B644-F997D3BC85F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/>
            <a:t>Elec test</a:t>
          </a:r>
        </a:p>
        <a:p>
          <a:r>
            <a:rPr lang="en-US" sz="1400" dirty="0"/>
            <a:t>ICT / FCT</a:t>
          </a:r>
        </a:p>
      </dgm:t>
    </dgm:pt>
    <dgm:pt modelId="{92EAFF12-7E89-46BD-BB6D-2BFF0F3EDA23}" type="parTrans" cxnId="{643A1BEF-84E1-4397-A27F-267183B6E1C5}">
      <dgm:prSet/>
      <dgm:spPr/>
      <dgm:t>
        <a:bodyPr/>
        <a:lstStyle/>
        <a:p>
          <a:endParaRPr lang="en-US"/>
        </a:p>
      </dgm:t>
    </dgm:pt>
    <dgm:pt modelId="{B9CFFEA9-77D4-4F29-9D22-66793D858A4A}" type="sibTrans" cxnId="{643A1BEF-84E1-4397-A27F-267183B6E1C5}">
      <dgm:prSet/>
      <dgm:spPr/>
      <dgm:t>
        <a:bodyPr/>
        <a:lstStyle/>
        <a:p>
          <a:endParaRPr lang="en-US"/>
        </a:p>
      </dgm:t>
    </dgm:pt>
    <dgm:pt modelId="{6807626A-50D3-4CE6-949E-C4A0B21B0940}" type="pres">
      <dgm:prSet presAssocID="{DF8D83B9-6ED5-49E9-94FF-63A8E5B2CEDB}" presName="Name0" presStyleCnt="0">
        <dgm:presLayoutVars>
          <dgm:dir/>
          <dgm:resizeHandles val="exact"/>
        </dgm:presLayoutVars>
      </dgm:prSet>
      <dgm:spPr/>
    </dgm:pt>
    <dgm:pt modelId="{EE938CA5-8E61-4EB9-92EF-82747058B678}" type="pres">
      <dgm:prSet presAssocID="{001F240E-E85B-4410-BED7-12A14003149D}" presName="node" presStyleLbl="node1" presStyleIdx="0" presStyleCnt="5" custScaleY="113774">
        <dgm:presLayoutVars>
          <dgm:bulletEnabled val="1"/>
        </dgm:presLayoutVars>
      </dgm:prSet>
      <dgm:spPr/>
    </dgm:pt>
    <dgm:pt modelId="{67FC29F6-B280-4285-9AA6-6E3CE1822B33}" type="pres">
      <dgm:prSet presAssocID="{AC4315A1-22A6-497D-A713-FC808E09ADB9}" presName="sibTrans" presStyleLbl="sibTrans1D1" presStyleIdx="0" presStyleCnt="4"/>
      <dgm:spPr/>
    </dgm:pt>
    <dgm:pt modelId="{037CD796-690C-4815-BF0D-6CDE517EA67B}" type="pres">
      <dgm:prSet presAssocID="{AC4315A1-22A6-497D-A713-FC808E09ADB9}" presName="connectorText" presStyleLbl="sibTrans1D1" presStyleIdx="0" presStyleCnt="4"/>
      <dgm:spPr/>
    </dgm:pt>
    <dgm:pt modelId="{5AD6BFC0-72D5-436B-9E5D-D13A04ED51FE}" type="pres">
      <dgm:prSet presAssocID="{FABEF3AA-AC52-45E4-ACBD-7B9767A962CF}" presName="node" presStyleLbl="node1" presStyleIdx="1" presStyleCnt="5" custScaleY="113774">
        <dgm:presLayoutVars>
          <dgm:bulletEnabled val="1"/>
        </dgm:presLayoutVars>
      </dgm:prSet>
      <dgm:spPr/>
    </dgm:pt>
    <dgm:pt modelId="{1DA45B96-5DCE-472E-B53F-13135334FD27}" type="pres">
      <dgm:prSet presAssocID="{F0C0C32A-DF90-4911-BD03-12DC3A549088}" presName="sibTrans" presStyleLbl="sibTrans1D1" presStyleIdx="1" presStyleCnt="4"/>
      <dgm:spPr/>
    </dgm:pt>
    <dgm:pt modelId="{7E79B9BE-DFC0-46EF-BBF4-7333E1332A3E}" type="pres">
      <dgm:prSet presAssocID="{F0C0C32A-DF90-4911-BD03-12DC3A549088}" presName="connectorText" presStyleLbl="sibTrans1D1" presStyleIdx="1" presStyleCnt="4"/>
      <dgm:spPr/>
    </dgm:pt>
    <dgm:pt modelId="{37844F2D-C01F-478D-84BF-8838B2016103}" type="pres">
      <dgm:prSet presAssocID="{3EBB998C-9EC0-419E-B36F-EC26597F6146}" presName="node" presStyleLbl="node1" presStyleIdx="2" presStyleCnt="5" custScaleY="113774">
        <dgm:presLayoutVars>
          <dgm:bulletEnabled val="1"/>
        </dgm:presLayoutVars>
      </dgm:prSet>
      <dgm:spPr/>
    </dgm:pt>
    <dgm:pt modelId="{F3A47DF4-C123-45E0-A5B9-8847EEBB7F7C}" type="pres">
      <dgm:prSet presAssocID="{3E714120-26FC-42E7-81F9-7698E0E18BE2}" presName="sibTrans" presStyleLbl="sibTrans1D1" presStyleIdx="2" presStyleCnt="4"/>
      <dgm:spPr/>
    </dgm:pt>
    <dgm:pt modelId="{AA1A0696-93AB-4D9B-A897-E7B792630301}" type="pres">
      <dgm:prSet presAssocID="{3E714120-26FC-42E7-81F9-7698E0E18BE2}" presName="connectorText" presStyleLbl="sibTrans1D1" presStyleIdx="2" presStyleCnt="4"/>
      <dgm:spPr/>
    </dgm:pt>
    <dgm:pt modelId="{B9303C17-4A55-405D-8EBA-68FBF6F9E607}" type="pres">
      <dgm:prSet presAssocID="{ECC62A52-E5DD-4EF7-ABF0-75C7476A927E}" presName="node" presStyleLbl="node1" presStyleIdx="3" presStyleCnt="5" custScaleY="113774">
        <dgm:presLayoutVars>
          <dgm:bulletEnabled val="1"/>
        </dgm:presLayoutVars>
      </dgm:prSet>
      <dgm:spPr/>
    </dgm:pt>
    <dgm:pt modelId="{033EDE05-9373-4E67-BBAF-F96C087E2EEB}" type="pres">
      <dgm:prSet presAssocID="{C6E6C5C2-E354-4E25-A84B-B57A3B158E5B}" presName="sibTrans" presStyleLbl="sibTrans1D1" presStyleIdx="3" presStyleCnt="4"/>
      <dgm:spPr/>
    </dgm:pt>
    <dgm:pt modelId="{4297FE57-15C4-4D7C-BF67-0727BB75A73F}" type="pres">
      <dgm:prSet presAssocID="{C6E6C5C2-E354-4E25-A84B-B57A3B158E5B}" presName="connectorText" presStyleLbl="sibTrans1D1" presStyleIdx="3" presStyleCnt="4"/>
      <dgm:spPr/>
    </dgm:pt>
    <dgm:pt modelId="{6D095811-6F76-43F1-B6CE-D2DBAD131548}" type="pres">
      <dgm:prSet presAssocID="{B5888891-8C44-4B62-B644-F997D3BC85FF}" presName="node" presStyleLbl="node1" presStyleIdx="4" presStyleCnt="5" custScaleY="113774">
        <dgm:presLayoutVars>
          <dgm:bulletEnabled val="1"/>
        </dgm:presLayoutVars>
      </dgm:prSet>
      <dgm:spPr/>
    </dgm:pt>
  </dgm:ptLst>
  <dgm:cxnLst>
    <dgm:cxn modelId="{DAA5A007-E686-4034-8A3E-BEEE97B57BB2}" type="presOf" srcId="{3E714120-26FC-42E7-81F9-7698E0E18BE2}" destId="{AA1A0696-93AB-4D9B-A897-E7B792630301}" srcOrd="1" destOrd="0" presId="urn:microsoft.com/office/officeart/2005/8/layout/bProcess3"/>
    <dgm:cxn modelId="{7A63B714-820E-4794-8679-F043F8FB8714}" type="presOf" srcId="{F0C0C32A-DF90-4911-BD03-12DC3A549088}" destId="{1DA45B96-5DCE-472E-B53F-13135334FD27}" srcOrd="0" destOrd="0" presId="urn:microsoft.com/office/officeart/2005/8/layout/bProcess3"/>
    <dgm:cxn modelId="{E4F2BB1B-76AC-421B-9F8E-14365A806F0E}" type="presOf" srcId="{3EBB998C-9EC0-419E-B36F-EC26597F6146}" destId="{37844F2D-C01F-478D-84BF-8838B2016103}" srcOrd="0" destOrd="0" presId="urn:microsoft.com/office/officeart/2005/8/layout/bProcess3"/>
    <dgm:cxn modelId="{0016B633-C683-4048-A1F8-AA3785CA72DC}" srcId="{DF8D83B9-6ED5-49E9-94FF-63A8E5B2CEDB}" destId="{3EBB998C-9EC0-419E-B36F-EC26597F6146}" srcOrd="2" destOrd="0" parTransId="{24A4CB3A-8E85-4FB3-BA00-400C3033C4A2}" sibTransId="{3E714120-26FC-42E7-81F9-7698E0E18BE2}"/>
    <dgm:cxn modelId="{47E36535-C93D-4E26-8A1D-3D6E3B2D0AE2}" type="presOf" srcId="{AC4315A1-22A6-497D-A713-FC808E09ADB9}" destId="{037CD796-690C-4815-BF0D-6CDE517EA67B}" srcOrd="1" destOrd="0" presId="urn:microsoft.com/office/officeart/2005/8/layout/bProcess3"/>
    <dgm:cxn modelId="{C923343F-FDCB-4BE9-ADEB-7A71E244DB28}" type="presOf" srcId="{B5888891-8C44-4B62-B644-F997D3BC85FF}" destId="{6D095811-6F76-43F1-B6CE-D2DBAD131548}" srcOrd="0" destOrd="0" presId="urn:microsoft.com/office/officeart/2005/8/layout/bProcess3"/>
    <dgm:cxn modelId="{78ACF640-3B36-4117-9C68-46F8C626D12F}" type="presOf" srcId="{3E714120-26FC-42E7-81F9-7698E0E18BE2}" destId="{F3A47DF4-C123-45E0-A5B9-8847EEBB7F7C}" srcOrd="0" destOrd="0" presId="urn:microsoft.com/office/officeart/2005/8/layout/bProcess3"/>
    <dgm:cxn modelId="{5D721761-F5D8-419A-B4A0-B702EAE0026E}" type="presOf" srcId="{C6E6C5C2-E354-4E25-A84B-B57A3B158E5B}" destId="{4297FE57-15C4-4D7C-BF67-0727BB75A73F}" srcOrd="1" destOrd="0" presId="urn:microsoft.com/office/officeart/2005/8/layout/bProcess3"/>
    <dgm:cxn modelId="{95E22B62-7BD7-46CF-B2EA-F5D975EAE71B}" type="presOf" srcId="{DF8D83B9-6ED5-49E9-94FF-63A8E5B2CEDB}" destId="{6807626A-50D3-4CE6-949E-C4A0B21B0940}" srcOrd="0" destOrd="0" presId="urn:microsoft.com/office/officeart/2005/8/layout/bProcess3"/>
    <dgm:cxn modelId="{851D1184-AE1B-475A-A093-5BBB866005EE}" type="presOf" srcId="{ECC62A52-E5DD-4EF7-ABF0-75C7476A927E}" destId="{B9303C17-4A55-405D-8EBA-68FBF6F9E607}" srcOrd="0" destOrd="0" presId="urn:microsoft.com/office/officeart/2005/8/layout/bProcess3"/>
    <dgm:cxn modelId="{A3833696-631E-48B4-98CF-D8159B26A62B}" type="presOf" srcId="{AC4315A1-22A6-497D-A713-FC808E09ADB9}" destId="{67FC29F6-B280-4285-9AA6-6E3CE1822B33}" srcOrd="0" destOrd="0" presId="urn:microsoft.com/office/officeart/2005/8/layout/bProcess3"/>
    <dgm:cxn modelId="{ACA32CA2-C85D-4951-B942-4950C55741F0}" type="presOf" srcId="{C6E6C5C2-E354-4E25-A84B-B57A3B158E5B}" destId="{033EDE05-9373-4E67-BBAF-F96C087E2EEB}" srcOrd="0" destOrd="0" presId="urn:microsoft.com/office/officeart/2005/8/layout/bProcess3"/>
    <dgm:cxn modelId="{F998E0B2-60B9-4BAF-91E9-D7804D59321A}" srcId="{DF8D83B9-6ED5-49E9-94FF-63A8E5B2CEDB}" destId="{FABEF3AA-AC52-45E4-ACBD-7B9767A962CF}" srcOrd="1" destOrd="0" parTransId="{33FF130C-7B92-4A05-8AD6-B8620AE486A9}" sibTransId="{F0C0C32A-DF90-4911-BD03-12DC3A549088}"/>
    <dgm:cxn modelId="{759259C9-3686-4020-8372-72060990B6F8}" srcId="{DF8D83B9-6ED5-49E9-94FF-63A8E5B2CEDB}" destId="{001F240E-E85B-4410-BED7-12A14003149D}" srcOrd="0" destOrd="0" parTransId="{17948829-6C81-45B9-87F5-47B1653D6040}" sibTransId="{AC4315A1-22A6-497D-A713-FC808E09ADB9}"/>
    <dgm:cxn modelId="{8EC85AD0-7585-4974-A7AB-BDFC2D583D5C}" type="presOf" srcId="{001F240E-E85B-4410-BED7-12A14003149D}" destId="{EE938CA5-8E61-4EB9-92EF-82747058B678}" srcOrd="0" destOrd="0" presId="urn:microsoft.com/office/officeart/2005/8/layout/bProcess3"/>
    <dgm:cxn modelId="{80D45DDA-66BF-46CD-901E-7B8DA886BEE2}" srcId="{DF8D83B9-6ED5-49E9-94FF-63A8E5B2CEDB}" destId="{ECC62A52-E5DD-4EF7-ABF0-75C7476A927E}" srcOrd="3" destOrd="0" parTransId="{C9571F05-F60B-4B05-9E2A-1F3C9B47F531}" sibTransId="{C6E6C5C2-E354-4E25-A84B-B57A3B158E5B}"/>
    <dgm:cxn modelId="{A2CE29EB-8D7E-4DF4-8B5C-6ABA4B43F579}" type="presOf" srcId="{FABEF3AA-AC52-45E4-ACBD-7B9767A962CF}" destId="{5AD6BFC0-72D5-436B-9E5D-D13A04ED51FE}" srcOrd="0" destOrd="0" presId="urn:microsoft.com/office/officeart/2005/8/layout/bProcess3"/>
    <dgm:cxn modelId="{643A1BEF-84E1-4397-A27F-267183B6E1C5}" srcId="{DF8D83B9-6ED5-49E9-94FF-63A8E5B2CEDB}" destId="{B5888891-8C44-4B62-B644-F997D3BC85FF}" srcOrd="4" destOrd="0" parTransId="{92EAFF12-7E89-46BD-BB6D-2BFF0F3EDA23}" sibTransId="{B9CFFEA9-77D4-4F29-9D22-66793D858A4A}"/>
    <dgm:cxn modelId="{A81553F6-8BD2-42ED-99A8-8DD5CBBF5671}" type="presOf" srcId="{F0C0C32A-DF90-4911-BD03-12DC3A549088}" destId="{7E79B9BE-DFC0-46EF-BBF4-7333E1332A3E}" srcOrd="1" destOrd="0" presId="urn:microsoft.com/office/officeart/2005/8/layout/bProcess3"/>
    <dgm:cxn modelId="{2FDE4EB8-D693-40F1-B695-00ACBA803FB0}" type="presParOf" srcId="{6807626A-50D3-4CE6-949E-C4A0B21B0940}" destId="{EE938CA5-8E61-4EB9-92EF-82747058B678}" srcOrd="0" destOrd="0" presId="urn:microsoft.com/office/officeart/2005/8/layout/bProcess3"/>
    <dgm:cxn modelId="{1ADDCD92-9EF0-48C2-93C1-2C03409F7171}" type="presParOf" srcId="{6807626A-50D3-4CE6-949E-C4A0B21B0940}" destId="{67FC29F6-B280-4285-9AA6-6E3CE1822B33}" srcOrd="1" destOrd="0" presId="urn:microsoft.com/office/officeart/2005/8/layout/bProcess3"/>
    <dgm:cxn modelId="{500C1B9D-2CF5-40FA-AE5E-4E7BE06DBF21}" type="presParOf" srcId="{67FC29F6-B280-4285-9AA6-6E3CE1822B33}" destId="{037CD796-690C-4815-BF0D-6CDE517EA67B}" srcOrd="0" destOrd="0" presId="urn:microsoft.com/office/officeart/2005/8/layout/bProcess3"/>
    <dgm:cxn modelId="{79B1354E-A4CE-4430-8B08-F269A0F3754F}" type="presParOf" srcId="{6807626A-50D3-4CE6-949E-C4A0B21B0940}" destId="{5AD6BFC0-72D5-436B-9E5D-D13A04ED51FE}" srcOrd="2" destOrd="0" presId="urn:microsoft.com/office/officeart/2005/8/layout/bProcess3"/>
    <dgm:cxn modelId="{BD2BFFE4-955C-4F32-B94C-5C39E66052FC}" type="presParOf" srcId="{6807626A-50D3-4CE6-949E-C4A0B21B0940}" destId="{1DA45B96-5DCE-472E-B53F-13135334FD27}" srcOrd="3" destOrd="0" presId="urn:microsoft.com/office/officeart/2005/8/layout/bProcess3"/>
    <dgm:cxn modelId="{32666973-E51B-46D9-B8E6-A9AF1C903CD6}" type="presParOf" srcId="{1DA45B96-5DCE-472E-B53F-13135334FD27}" destId="{7E79B9BE-DFC0-46EF-BBF4-7333E1332A3E}" srcOrd="0" destOrd="0" presId="urn:microsoft.com/office/officeart/2005/8/layout/bProcess3"/>
    <dgm:cxn modelId="{6C3DCE40-C5A9-4B35-848A-729575351652}" type="presParOf" srcId="{6807626A-50D3-4CE6-949E-C4A0B21B0940}" destId="{37844F2D-C01F-478D-84BF-8838B2016103}" srcOrd="4" destOrd="0" presId="urn:microsoft.com/office/officeart/2005/8/layout/bProcess3"/>
    <dgm:cxn modelId="{A508C3DC-6979-46C8-AE2F-667A5290C907}" type="presParOf" srcId="{6807626A-50D3-4CE6-949E-C4A0B21B0940}" destId="{F3A47DF4-C123-45E0-A5B9-8847EEBB7F7C}" srcOrd="5" destOrd="0" presId="urn:microsoft.com/office/officeart/2005/8/layout/bProcess3"/>
    <dgm:cxn modelId="{87382E4E-8499-4A20-A2ED-B0F15AF5A4D4}" type="presParOf" srcId="{F3A47DF4-C123-45E0-A5B9-8847EEBB7F7C}" destId="{AA1A0696-93AB-4D9B-A897-E7B792630301}" srcOrd="0" destOrd="0" presId="urn:microsoft.com/office/officeart/2005/8/layout/bProcess3"/>
    <dgm:cxn modelId="{01F4EEF7-F78B-4AE0-AB5F-20E056D4FCE1}" type="presParOf" srcId="{6807626A-50D3-4CE6-949E-C4A0B21B0940}" destId="{B9303C17-4A55-405D-8EBA-68FBF6F9E607}" srcOrd="6" destOrd="0" presId="urn:microsoft.com/office/officeart/2005/8/layout/bProcess3"/>
    <dgm:cxn modelId="{85EAE0B1-2A8D-4E3D-AF7E-45F27991CD49}" type="presParOf" srcId="{6807626A-50D3-4CE6-949E-C4A0B21B0940}" destId="{033EDE05-9373-4E67-BBAF-F96C087E2EEB}" srcOrd="7" destOrd="0" presId="urn:microsoft.com/office/officeart/2005/8/layout/bProcess3"/>
    <dgm:cxn modelId="{EE270E13-D867-441C-931D-ACC0D01DBBDB}" type="presParOf" srcId="{033EDE05-9373-4E67-BBAF-F96C087E2EEB}" destId="{4297FE57-15C4-4D7C-BF67-0727BB75A73F}" srcOrd="0" destOrd="0" presId="urn:microsoft.com/office/officeart/2005/8/layout/bProcess3"/>
    <dgm:cxn modelId="{36F8EB13-E4D1-41EC-BC28-0A08456B882B}" type="presParOf" srcId="{6807626A-50D3-4CE6-949E-C4A0B21B0940}" destId="{6D095811-6F76-43F1-B6CE-D2DBAD131548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DE654-4C69-4837-97FE-5C8BF5561C7D}">
      <dsp:nvSpPr>
        <dsp:cNvPr id="0" name=""/>
        <dsp:cNvSpPr/>
      </dsp:nvSpPr>
      <dsp:spPr>
        <a:xfrm>
          <a:off x="1849463" y="426165"/>
          <a:ext cx="3308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0873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005863" y="470078"/>
        <a:ext cx="18073" cy="3614"/>
      </dsp:txXfrm>
    </dsp:sp>
    <dsp:sp modelId="{05861A8C-2B43-454B-A113-58826E8D74CF}">
      <dsp:nvSpPr>
        <dsp:cNvPr id="0" name=""/>
        <dsp:cNvSpPr/>
      </dsp:nvSpPr>
      <dsp:spPr>
        <a:xfrm>
          <a:off x="279638" y="398"/>
          <a:ext cx="1571624" cy="942974"/>
        </a:xfrm>
        <a:prstGeom prst="rect">
          <a:avLst/>
        </a:prstGeom>
        <a:solidFill>
          <a:schemeClr val="lt1"/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Wafer test</a:t>
          </a:r>
        </a:p>
      </dsp:txBody>
      <dsp:txXfrm>
        <a:off x="279638" y="398"/>
        <a:ext cx="1571624" cy="942974"/>
      </dsp:txXfrm>
    </dsp:sp>
    <dsp:sp modelId="{C991FC5D-7DCF-4A83-AF96-47D1194C9077}">
      <dsp:nvSpPr>
        <dsp:cNvPr id="0" name=""/>
        <dsp:cNvSpPr/>
      </dsp:nvSpPr>
      <dsp:spPr>
        <a:xfrm>
          <a:off x="1065450" y="941573"/>
          <a:ext cx="1933098" cy="330873"/>
        </a:xfrm>
        <a:custGeom>
          <a:avLst/>
          <a:gdLst/>
          <a:ahLst/>
          <a:cxnLst/>
          <a:rect l="0" t="0" r="0" b="0"/>
          <a:pathLst>
            <a:path>
              <a:moveTo>
                <a:pt x="1933098" y="0"/>
              </a:moveTo>
              <a:lnTo>
                <a:pt x="1933098" y="182536"/>
              </a:lnTo>
              <a:lnTo>
                <a:pt x="0" y="182536"/>
              </a:lnTo>
              <a:lnTo>
                <a:pt x="0" y="330873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2834" y="1105202"/>
        <a:ext cx="98330" cy="3614"/>
      </dsp:txXfrm>
    </dsp:sp>
    <dsp:sp modelId="{45D04933-703E-4C72-B1F6-C592CFAE1EA4}">
      <dsp:nvSpPr>
        <dsp:cNvPr id="0" name=""/>
        <dsp:cNvSpPr/>
      </dsp:nvSpPr>
      <dsp:spPr>
        <a:xfrm>
          <a:off x="2212736" y="398"/>
          <a:ext cx="1571624" cy="942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Singulation</a:t>
          </a:r>
        </a:p>
      </dsp:txBody>
      <dsp:txXfrm>
        <a:off x="2212736" y="398"/>
        <a:ext cx="1571624" cy="942974"/>
      </dsp:txXfrm>
    </dsp:sp>
    <dsp:sp modelId="{9DE03666-B3E1-458D-96C3-BF2486DFC73C}">
      <dsp:nvSpPr>
        <dsp:cNvPr id="0" name=""/>
        <dsp:cNvSpPr/>
      </dsp:nvSpPr>
      <dsp:spPr>
        <a:xfrm>
          <a:off x="1849463" y="1730614"/>
          <a:ext cx="3308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0873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05863" y="1774527"/>
        <a:ext cx="18073" cy="3614"/>
      </dsp:txXfrm>
    </dsp:sp>
    <dsp:sp modelId="{1FAA6C69-1C10-4EC6-BCF5-E25E04A2AFAA}">
      <dsp:nvSpPr>
        <dsp:cNvPr id="0" name=""/>
        <dsp:cNvSpPr/>
      </dsp:nvSpPr>
      <dsp:spPr>
        <a:xfrm>
          <a:off x="279638" y="1304847"/>
          <a:ext cx="1571624" cy="942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Interconnect</a:t>
          </a:r>
        </a:p>
      </dsp:txBody>
      <dsp:txXfrm>
        <a:off x="279638" y="1304847"/>
        <a:ext cx="1571624" cy="942974"/>
      </dsp:txXfrm>
    </dsp:sp>
    <dsp:sp modelId="{DD64F109-7BB1-45BE-A345-F6141DE1CDC1}">
      <dsp:nvSpPr>
        <dsp:cNvPr id="0" name=""/>
        <dsp:cNvSpPr/>
      </dsp:nvSpPr>
      <dsp:spPr>
        <a:xfrm>
          <a:off x="1065450" y="2246022"/>
          <a:ext cx="1933098" cy="330873"/>
        </a:xfrm>
        <a:custGeom>
          <a:avLst/>
          <a:gdLst/>
          <a:ahLst/>
          <a:cxnLst/>
          <a:rect l="0" t="0" r="0" b="0"/>
          <a:pathLst>
            <a:path>
              <a:moveTo>
                <a:pt x="1933098" y="0"/>
              </a:moveTo>
              <a:lnTo>
                <a:pt x="1933098" y="182536"/>
              </a:lnTo>
              <a:lnTo>
                <a:pt x="0" y="182536"/>
              </a:lnTo>
              <a:lnTo>
                <a:pt x="0" y="330873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2834" y="2409651"/>
        <a:ext cx="98330" cy="3614"/>
      </dsp:txXfrm>
    </dsp:sp>
    <dsp:sp modelId="{5572ED46-16A4-4E49-8DB3-87E18BBF0595}">
      <dsp:nvSpPr>
        <dsp:cNvPr id="0" name=""/>
        <dsp:cNvSpPr/>
      </dsp:nvSpPr>
      <dsp:spPr>
        <a:xfrm>
          <a:off x="2212736" y="1304847"/>
          <a:ext cx="1571624" cy="9429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Packaging</a:t>
          </a:r>
        </a:p>
      </dsp:txBody>
      <dsp:txXfrm>
        <a:off x="2212736" y="1304847"/>
        <a:ext cx="1571624" cy="942974"/>
      </dsp:txXfrm>
    </dsp:sp>
    <dsp:sp modelId="{8B9826DD-78EE-467E-917A-3E5D94543E36}">
      <dsp:nvSpPr>
        <dsp:cNvPr id="0" name=""/>
        <dsp:cNvSpPr/>
      </dsp:nvSpPr>
      <dsp:spPr>
        <a:xfrm>
          <a:off x="279638" y="2609295"/>
          <a:ext cx="1571624" cy="942974"/>
        </a:xfrm>
        <a:prstGeom prst="rect">
          <a:avLst/>
        </a:prstGeom>
        <a:solidFill>
          <a:schemeClr val="lt1"/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Final test</a:t>
          </a:r>
        </a:p>
      </dsp:txBody>
      <dsp:txXfrm>
        <a:off x="279638" y="2609295"/>
        <a:ext cx="1571624" cy="9429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6DE654-4C69-4837-97FE-5C8BF5561C7D}">
      <dsp:nvSpPr>
        <dsp:cNvPr id="0" name=""/>
        <dsp:cNvSpPr/>
      </dsp:nvSpPr>
      <dsp:spPr>
        <a:xfrm>
          <a:off x="1849639" y="427439"/>
          <a:ext cx="3305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0520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005871" y="471352"/>
        <a:ext cx="18056" cy="3614"/>
      </dsp:txXfrm>
    </dsp:sp>
    <dsp:sp modelId="{05861A8C-2B43-454B-A113-58826E8D74CF}">
      <dsp:nvSpPr>
        <dsp:cNvPr id="0" name=""/>
        <dsp:cNvSpPr/>
      </dsp:nvSpPr>
      <dsp:spPr>
        <a:xfrm>
          <a:off x="281349" y="2132"/>
          <a:ext cx="1570090" cy="94205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accent2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Pattern</a:t>
          </a:r>
          <a:br>
            <a:rPr lang="en-US" sz="2000" kern="1200" dirty="0"/>
          </a:br>
          <a:r>
            <a:rPr lang="en-US" sz="1400" kern="1200" dirty="0"/>
            <a:t>drill / imaging / etching</a:t>
          </a:r>
          <a:endParaRPr lang="en-US" sz="2000" kern="1200" dirty="0"/>
        </a:p>
      </dsp:txBody>
      <dsp:txXfrm>
        <a:off x="281349" y="2132"/>
        <a:ext cx="1570090" cy="942054"/>
      </dsp:txXfrm>
    </dsp:sp>
    <dsp:sp modelId="{C991FC5D-7DCF-4A83-AF96-47D1194C9077}">
      <dsp:nvSpPr>
        <dsp:cNvPr id="0" name=""/>
        <dsp:cNvSpPr/>
      </dsp:nvSpPr>
      <dsp:spPr>
        <a:xfrm>
          <a:off x="1066394" y="942386"/>
          <a:ext cx="1931210" cy="330520"/>
        </a:xfrm>
        <a:custGeom>
          <a:avLst/>
          <a:gdLst/>
          <a:ahLst/>
          <a:cxnLst/>
          <a:rect l="0" t="0" r="0" b="0"/>
          <a:pathLst>
            <a:path>
              <a:moveTo>
                <a:pt x="1931210" y="0"/>
              </a:moveTo>
              <a:lnTo>
                <a:pt x="1931210" y="182360"/>
              </a:lnTo>
              <a:lnTo>
                <a:pt x="0" y="182360"/>
              </a:lnTo>
              <a:lnTo>
                <a:pt x="0" y="3305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2882" y="1105839"/>
        <a:ext cx="98234" cy="3614"/>
      </dsp:txXfrm>
    </dsp:sp>
    <dsp:sp modelId="{45D04933-703E-4C72-B1F6-C592CFAE1EA4}">
      <dsp:nvSpPr>
        <dsp:cNvPr id="0" name=""/>
        <dsp:cNvSpPr/>
      </dsp:nvSpPr>
      <dsp:spPr>
        <a:xfrm>
          <a:off x="2212560" y="2132"/>
          <a:ext cx="1570090" cy="94205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accent2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Laminate</a:t>
          </a:r>
        </a:p>
      </dsp:txBody>
      <dsp:txXfrm>
        <a:off x="2212560" y="2132"/>
        <a:ext cx="1570090" cy="942054"/>
      </dsp:txXfrm>
    </dsp:sp>
    <dsp:sp modelId="{9DE03666-B3E1-458D-96C3-BF2486DFC73C}">
      <dsp:nvSpPr>
        <dsp:cNvPr id="0" name=""/>
        <dsp:cNvSpPr/>
      </dsp:nvSpPr>
      <dsp:spPr>
        <a:xfrm>
          <a:off x="1849639" y="1730614"/>
          <a:ext cx="3305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0520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05871" y="1774527"/>
        <a:ext cx="18056" cy="3614"/>
      </dsp:txXfrm>
    </dsp:sp>
    <dsp:sp modelId="{1FAA6C69-1C10-4EC6-BCF5-E25E04A2AFAA}">
      <dsp:nvSpPr>
        <dsp:cNvPr id="0" name=""/>
        <dsp:cNvSpPr/>
      </dsp:nvSpPr>
      <dsp:spPr>
        <a:xfrm>
          <a:off x="281349" y="1305307"/>
          <a:ext cx="1570090" cy="94205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accent2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Surface</a:t>
          </a:r>
          <a:br>
            <a:rPr lang="en-US" sz="1600" kern="1200" dirty="0"/>
          </a:br>
          <a:r>
            <a:rPr lang="en-US" sz="1400" kern="1200" dirty="0"/>
            <a:t>solder mask / surface finish / silkscreen</a:t>
          </a:r>
          <a:endParaRPr lang="en-US" sz="1600" kern="1200" dirty="0"/>
        </a:p>
      </dsp:txBody>
      <dsp:txXfrm>
        <a:off x="281349" y="1305307"/>
        <a:ext cx="1570090" cy="942054"/>
      </dsp:txXfrm>
    </dsp:sp>
    <dsp:sp modelId="{DD64F109-7BB1-45BE-A345-F6141DE1CDC1}">
      <dsp:nvSpPr>
        <dsp:cNvPr id="0" name=""/>
        <dsp:cNvSpPr/>
      </dsp:nvSpPr>
      <dsp:spPr>
        <a:xfrm>
          <a:off x="1066394" y="2245561"/>
          <a:ext cx="1931210" cy="330520"/>
        </a:xfrm>
        <a:custGeom>
          <a:avLst/>
          <a:gdLst/>
          <a:ahLst/>
          <a:cxnLst/>
          <a:rect l="0" t="0" r="0" b="0"/>
          <a:pathLst>
            <a:path>
              <a:moveTo>
                <a:pt x="1931210" y="0"/>
              </a:moveTo>
              <a:lnTo>
                <a:pt x="1931210" y="182360"/>
              </a:lnTo>
              <a:lnTo>
                <a:pt x="0" y="182360"/>
              </a:lnTo>
              <a:lnTo>
                <a:pt x="0" y="3305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82882" y="2409014"/>
        <a:ext cx="98234" cy="3614"/>
      </dsp:txXfrm>
    </dsp:sp>
    <dsp:sp modelId="{5572ED46-16A4-4E49-8DB3-87E18BBF0595}">
      <dsp:nvSpPr>
        <dsp:cNvPr id="0" name=""/>
        <dsp:cNvSpPr/>
      </dsp:nvSpPr>
      <dsp:spPr>
        <a:xfrm>
          <a:off x="2212560" y="1305307"/>
          <a:ext cx="1570090" cy="942054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AOI</a:t>
          </a:r>
        </a:p>
      </dsp:txBody>
      <dsp:txXfrm>
        <a:off x="2212560" y="1305307"/>
        <a:ext cx="1570090" cy="942054"/>
      </dsp:txXfrm>
    </dsp:sp>
    <dsp:sp modelId="{8B9826DD-78EE-467E-917A-3E5D94543E36}">
      <dsp:nvSpPr>
        <dsp:cNvPr id="0" name=""/>
        <dsp:cNvSpPr/>
      </dsp:nvSpPr>
      <dsp:spPr>
        <a:xfrm>
          <a:off x="281349" y="2608482"/>
          <a:ext cx="1570090" cy="942054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Elec test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Flying probe</a:t>
          </a:r>
          <a:endParaRPr lang="en-US" sz="2000" kern="1200" dirty="0"/>
        </a:p>
      </dsp:txBody>
      <dsp:txXfrm>
        <a:off x="281349" y="2608482"/>
        <a:ext cx="1570090" cy="9420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C29F6-B280-4285-9AA6-6E3CE1822B33}">
      <dsp:nvSpPr>
        <dsp:cNvPr id="0" name=""/>
        <dsp:cNvSpPr/>
      </dsp:nvSpPr>
      <dsp:spPr>
        <a:xfrm>
          <a:off x="1346694" y="658371"/>
          <a:ext cx="2774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7484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77734" y="702549"/>
        <a:ext cx="15404" cy="3083"/>
      </dsp:txXfrm>
    </dsp:sp>
    <dsp:sp modelId="{EE938CA5-8E61-4EB9-92EF-82747058B678}">
      <dsp:nvSpPr>
        <dsp:cNvPr id="0" name=""/>
        <dsp:cNvSpPr/>
      </dsp:nvSpPr>
      <dsp:spPr>
        <a:xfrm>
          <a:off x="8998" y="246891"/>
          <a:ext cx="1339496" cy="914399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Solder Paste Printing</a:t>
          </a:r>
        </a:p>
      </dsp:txBody>
      <dsp:txXfrm>
        <a:off x="8998" y="246891"/>
        <a:ext cx="1339496" cy="914399"/>
      </dsp:txXfrm>
    </dsp:sp>
    <dsp:sp modelId="{1DA45B96-5DCE-472E-B53F-13135334FD27}">
      <dsp:nvSpPr>
        <dsp:cNvPr id="0" name=""/>
        <dsp:cNvSpPr/>
      </dsp:nvSpPr>
      <dsp:spPr>
        <a:xfrm>
          <a:off x="2994275" y="658371"/>
          <a:ext cx="2774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7484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25315" y="702549"/>
        <a:ext cx="15404" cy="3083"/>
      </dsp:txXfrm>
    </dsp:sp>
    <dsp:sp modelId="{5AD6BFC0-72D5-436B-9E5D-D13A04ED51FE}">
      <dsp:nvSpPr>
        <dsp:cNvPr id="0" name=""/>
        <dsp:cNvSpPr/>
      </dsp:nvSpPr>
      <dsp:spPr>
        <a:xfrm>
          <a:off x="1656578" y="246891"/>
          <a:ext cx="1339496" cy="914399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Pick &amp; Place</a:t>
          </a:r>
        </a:p>
      </dsp:txBody>
      <dsp:txXfrm>
        <a:off x="1656578" y="246891"/>
        <a:ext cx="1339496" cy="914399"/>
      </dsp:txXfrm>
    </dsp:sp>
    <dsp:sp modelId="{F3A47DF4-C123-45E0-A5B9-8847EEBB7F7C}">
      <dsp:nvSpPr>
        <dsp:cNvPr id="0" name=""/>
        <dsp:cNvSpPr/>
      </dsp:nvSpPr>
      <dsp:spPr>
        <a:xfrm>
          <a:off x="4641855" y="658371"/>
          <a:ext cx="2774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7484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72895" y="702549"/>
        <a:ext cx="15404" cy="3083"/>
      </dsp:txXfrm>
    </dsp:sp>
    <dsp:sp modelId="{37844F2D-C01F-478D-84BF-8838B2016103}">
      <dsp:nvSpPr>
        <dsp:cNvPr id="0" name=""/>
        <dsp:cNvSpPr/>
      </dsp:nvSpPr>
      <dsp:spPr>
        <a:xfrm>
          <a:off x="3304159" y="246891"/>
          <a:ext cx="1339496" cy="914399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accent5">
              <a:shade val="15000"/>
            </a:schemeClr>
          </a:solidFill>
          <a:prstDash val="solid"/>
          <a:miter lim="800000"/>
        </a:ln>
        <a:effectLst/>
      </dsp:spPr>
      <dsp:style>
        <a:lnRef idx="2">
          <a:schemeClr val="accent5">
            <a:shade val="15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Reflow</a:t>
          </a:r>
        </a:p>
      </dsp:txBody>
      <dsp:txXfrm>
        <a:off x="3304159" y="246891"/>
        <a:ext cx="1339496" cy="914399"/>
      </dsp:txXfrm>
    </dsp:sp>
    <dsp:sp modelId="{033EDE05-9373-4E67-BBAF-F96C087E2EEB}">
      <dsp:nvSpPr>
        <dsp:cNvPr id="0" name=""/>
        <dsp:cNvSpPr/>
      </dsp:nvSpPr>
      <dsp:spPr>
        <a:xfrm>
          <a:off x="6289436" y="658371"/>
          <a:ext cx="2774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7484" y="45720"/>
              </a:lnTo>
            </a:path>
          </a:pathLst>
        </a:custGeom>
        <a:noFill/>
        <a:ln w="254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0476" y="702549"/>
        <a:ext cx="15404" cy="3083"/>
      </dsp:txXfrm>
    </dsp:sp>
    <dsp:sp modelId="{B9303C17-4A55-405D-8EBA-68FBF6F9E607}">
      <dsp:nvSpPr>
        <dsp:cNvPr id="0" name=""/>
        <dsp:cNvSpPr/>
      </dsp:nvSpPr>
      <dsp:spPr>
        <a:xfrm>
          <a:off x="4951739" y="246891"/>
          <a:ext cx="1339496" cy="914399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AOI</a:t>
          </a:r>
        </a:p>
      </dsp:txBody>
      <dsp:txXfrm>
        <a:off x="4951739" y="246891"/>
        <a:ext cx="1339496" cy="914399"/>
      </dsp:txXfrm>
    </dsp:sp>
    <dsp:sp modelId="{6D095811-6F76-43F1-B6CE-D2DBAD131548}">
      <dsp:nvSpPr>
        <dsp:cNvPr id="0" name=""/>
        <dsp:cNvSpPr/>
      </dsp:nvSpPr>
      <dsp:spPr>
        <a:xfrm>
          <a:off x="6599320" y="246891"/>
          <a:ext cx="1339496" cy="914399"/>
        </a:xfrm>
        <a:prstGeom prst="rect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Elec test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ICT / FCT</a:t>
          </a:r>
        </a:p>
      </dsp:txBody>
      <dsp:txXfrm>
        <a:off x="6599320" y="246891"/>
        <a:ext cx="1339496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F95F8-70D9-40B8-8ECD-634349B552E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79AB4-05DF-4D6D-92E4-8CFA8BAC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3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3d2ee6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3d2ee69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3d2ee69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73d2ee69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3d2ee69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73d2ee69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085e9d9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085e9d9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085e9d9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6085e9d9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6085e9d9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6085e9d9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085e9d9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6085e9d9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085e9d9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085e9d9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085e9d9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6085e9d9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085e9d9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6085e9d9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0a6672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0a6672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0a66722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60a66722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60a6672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60a6672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085e9d9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085e9d9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085e9d9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085e9d9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085e9d9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085e9d9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6085e9d9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6085e9d9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6085e9d9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6085e9d9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085e9d9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085e9d9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085e9d9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085e9d9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0a6672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0a6672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0a66722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60a66722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0a6672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0a6672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3581-4A1E-3A9E-CD45-C4A0FC50B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6F6B8-A272-9BD2-165F-8652400BE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289C1-5773-C522-2ADF-1AFE289E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0D7C-C5D9-7B30-5408-B4FD6B9B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6C3D4-5F1C-2B1F-C8FF-8B304691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DEFF-A38D-9771-0ECF-4DC14192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0BDE4-6057-A628-1294-9EA0F876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6CF9A-6D35-29A8-456F-A60AE5D4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951D4-AEF4-AF1C-DDC5-11FEA2FE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1A799-2AA8-3BF3-7F36-7B609688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3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6F50-4451-DBE8-1ECE-4240FAE9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BB3F9-17D3-80D1-29DA-02EF8052D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56E8-4D4F-58A8-7995-3F603134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34E4-242F-29F5-DAF9-2CAEE20C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915AF-AA1C-2A19-9D7A-9E1C9E28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7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DB77-C693-70CD-0EA8-D5404410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ACB8-B1A7-D3F2-A2BD-F96A777AA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A2777-72F3-20EA-91BF-F1F23318A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57245-F8C3-CD79-E516-0BAC0FA93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6D527-3ABA-AFAB-EE68-0DDCD923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CC912-1A3C-FC37-DB2B-CB75D119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6CBE-A006-9572-9A27-28EC6A08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004BC-FEC7-82A2-324E-BA4D36A6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CCA67-3FE3-D89E-75AB-987A2F992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B9929-019E-1FEE-999E-A8D8B69DC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AE89E-C242-EC72-A68B-2C4E1DD2E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D3E37-7985-E84B-24E8-BDA2EE5B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B25F4-23AA-0D4E-D350-8786DB5F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C42E86-CEC5-5191-6F6C-1F5EB63A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50ED-F1F9-02FE-919E-3EB566BD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52130-AACF-BFA8-4499-C6A2C848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686DA-2D1A-2248-F3C8-24F5B046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0A019-EA00-7DFA-71DE-5B7D2839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6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B74C8-E19F-C417-3EFB-B5CA4755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5600E-5DF2-3011-CE2C-CC2986DC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4B6B0-236D-8229-7981-42DBBDBC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1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B3B6A-D3FA-74C1-259D-0CA72806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0321D-5489-046E-468D-5A71299A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53C48-A1A2-C0B4-2766-671AE5A89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BEDF2-C809-EA72-DC59-F87A1568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1E93C-694E-1B27-8AAC-8F1AC191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D37C5-7304-7413-EE3C-10161400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7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D424-0C2B-F6DE-71F8-1EDC6D96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6B679B-EEAF-1F33-64D2-94ADB457A5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187C6-EF15-1F39-A00B-989382237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AE930-E85A-8367-51A3-807472DF7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5F750-8C78-D508-7E9E-D9F27A1A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60686-F8F3-E4D1-C5B2-20E9428F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64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3429-13DE-423B-343B-E1569105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333A6-177E-272B-2793-9720D44B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7743-2FE5-F5CE-5A53-9809D04A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2DC45-6512-52E9-A668-7BC269FF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74FF2-F46C-0836-433E-67980787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6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8724D-B9EA-14F7-C83A-0391EEFE7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4D0CD-1E55-91AF-B0EA-057E4FCF3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2F45-F496-1EC5-CAE2-9DB57958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364C1-F752-8025-6028-E80FA047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16801-228F-6702-3CBB-16F51C00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2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4ACDB-44BA-63F9-789B-58F3B110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AD8B1-1747-F2FA-93A7-DAAD82FDF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F9734-5EED-E2AF-D04E-D949A1E71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1EB22-15C5-4D1A-AFBC-8D4E10DDA59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F92B8-F685-E851-B9A2-DAD374E5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758AA-5DAB-C88B-07E5-53E431D49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760A8-BA29-4112-978A-1285808BF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4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13" Type="http://schemas.openxmlformats.org/officeDocument/2006/relationships/diagramColors" Target="../diagrams/colors2.xml"/><Relationship Id="rId18" Type="http://schemas.openxmlformats.org/officeDocument/2006/relationships/diagramQuickStyle" Target="../diagrams/quickStyle3.xml"/><Relationship Id="rId3" Type="http://schemas.openxmlformats.org/officeDocument/2006/relationships/diagramLayout" Target="../diagrams/layout1.xml"/><Relationship Id="rId21" Type="http://schemas.openxmlformats.org/officeDocument/2006/relationships/image" Target="../media/image55.jpeg"/><Relationship Id="rId7" Type="http://schemas.openxmlformats.org/officeDocument/2006/relationships/image" Target="../media/image51.jpeg"/><Relationship Id="rId12" Type="http://schemas.openxmlformats.org/officeDocument/2006/relationships/diagramQuickStyle" Target="../diagrams/quickStyle2.xml"/><Relationship Id="rId17" Type="http://schemas.openxmlformats.org/officeDocument/2006/relationships/diagramLayout" Target="../diagrams/layout3.xml"/><Relationship Id="rId2" Type="http://schemas.openxmlformats.org/officeDocument/2006/relationships/diagramData" Target="../diagrams/data1.xml"/><Relationship Id="rId16" Type="http://schemas.openxmlformats.org/officeDocument/2006/relationships/diagramData" Target="../diagrams/data3.xml"/><Relationship Id="rId20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diagramLayout" Target="../diagrams/layout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54.jpeg"/><Relationship Id="rId10" Type="http://schemas.openxmlformats.org/officeDocument/2006/relationships/diagramData" Target="../diagrams/data2.xml"/><Relationship Id="rId19" Type="http://schemas.openxmlformats.org/officeDocument/2006/relationships/diagramColors" Target="../diagrams/colors3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3.jpeg"/><Relationship Id="rId14" Type="http://schemas.microsoft.com/office/2007/relationships/diagramDrawing" Target="../diagrams/drawing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0118427-1643-5236-EECF-8F3047466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6237"/>
            <a:ext cx="6667500" cy="610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99D86FC-764B-D585-5454-A0C2A0CCC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173" y="376237"/>
            <a:ext cx="3333750" cy="266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D4D46E1-142C-8B81-EA81-7B34121E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173" y="3438048"/>
            <a:ext cx="3667125" cy="304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30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E75AE58-90AE-1B2F-E3FA-7631521852F7}"/>
              </a:ext>
            </a:extLst>
          </p:cNvPr>
          <p:cNvGrpSpPr/>
          <p:nvPr/>
        </p:nvGrpSpPr>
        <p:grpSpPr>
          <a:xfrm>
            <a:off x="860425" y="1482272"/>
            <a:ext cx="9615266" cy="4648200"/>
            <a:chOff x="860425" y="1482272"/>
            <a:chExt cx="9615266" cy="46482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26F74A6-75A6-4A4E-E4E4-9F6381C7D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425" y="1482272"/>
              <a:ext cx="8439150" cy="464820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B887101-5DBD-7C4A-DCBD-DB5DE6068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3816" y="1482272"/>
              <a:ext cx="3571875" cy="2114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3C61482-4265-1FBB-18C6-A994553F953E}"/>
              </a:ext>
            </a:extLst>
          </p:cNvPr>
          <p:cNvSpPr/>
          <p:nvPr/>
        </p:nvSpPr>
        <p:spPr>
          <a:xfrm>
            <a:off x="6734629" y="4252686"/>
            <a:ext cx="914400" cy="1785257"/>
          </a:xfrm>
          <a:prstGeom prst="rect">
            <a:avLst/>
          </a:prstGeom>
          <a:noFill/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0206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CCB01CD-7991-FD40-C4ED-3C36B2904239}"/>
              </a:ext>
            </a:extLst>
          </p:cNvPr>
          <p:cNvGrpSpPr/>
          <p:nvPr/>
        </p:nvGrpSpPr>
        <p:grpSpPr>
          <a:xfrm>
            <a:off x="685800" y="2667491"/>
            <a:ext cx="9916925" cy="3551235"/>
            <a:chOff x="685800" y="2667491"/>
            <a:chExt cx="9916925" cy="355123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526898A-8677-4883-A3B3-439B2C9365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38"/>
            <a:stretch/>
          </p:blipFill>
          <p:spPr bwMode="auto">
            <a:xfrm>
              <a:off x="5649725" y="3429000"/>
              <a:ext cx="4953000" cy="2789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Flying Probe Test: An Extensive Guide to the Technology and Applications">
              <a:extLst>
                <a:ext uri="{FF2B5EF4-FFF2-40B4-BE49-F238E27FC236}">
                  <a16:creationId xmlns:a16="http://schemas.microsoft.com/office/drawing/2014/main" id="{98120048-F7BE-7633-4FB3-6DF8CFDC02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3429000"/>
              <a:ext cx="4963925" cy="2789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7A18C9A-EE9B-AF1A-360F-6D839CE525E1}"/>
                </a:ext>
              </a:extLst>
            </p:cNvPr>
            <p:cNvSpPr txBox="1"/>
            <p:nvPr/>
          </p:nvSpPr>
          <p:spPr>
            <a:xfrm>
              <a:off x="1608842" y="2967335"/>
              <a:ext cx="31178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Flying Probe Test (FPT)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D46EA49-24C1-96B5-9D7A-9C8F88610FCC}"/>
                </a:ext>
              </a:extLst>
            </p:cNvPr>
            <p:cNvSpPr txBox="1"/>
            <p:nvPr/>
          </p:nvSpPr>
          <p:spPr>
            <a:xfrm>
              <a:off x="6775342" y="2667491"/>
              <a:ext cx="270176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In-Circuit Test (ICT)</a:t>
              </a:r>
            </a:p>
            <a:p>
              <a:pPr algn="ctr"/>
              <a:r>
                <a:rPr lang="en-US" sz="2400" dirty="0"/>
                <a:t>bed-of-nails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5574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254C7CE-E1BB-C223-17E5-29CF71C6A52C}"/>
              </a:ext>
            </a:extLst>
          </p:cNvPr>
          <p:cNvGrpSpPr/>
          <p:nvPr/>
        </p:nvGrpSpPr>
        <p:grpSpPr>
          <a:xfrm>
            <a:off x="1080695" y="577355"/>
            <a:ext cx="10758488" cy="5911277"/>
            <a:chOff x="1080695" y="577355"/>
            <a:chExt cx="10758488" cy="591127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29BC64-8C2D-DAAE-DAED-DE533A948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0695" y="577355"/>
              <a:ext cx="3995738" cy="267176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FCCD21-7990-46B2-4971-7C686A583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6433" y="1624246"/>
              <a:ext cx="6762750" cy="4838700"/>
            </a:xfrm>
            <a:prstGeom prst="rect">
              <a:avLst/>
            </a:prstGeom>
          </p:spPr>
        </p:pic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2E524BAC-3CCA-6A5E-F740-7973366FCE2B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785873" y="1334124"/>
              <a:ext cx="4671935" cy="290122"/>
            </a:xfrm>
            <a:prstGeom prst="bentConnector2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1026" name="Picture 2" descr="NI myRIO 1900 Embedded Controller | Robotics &amp; Mechatronics Kit AU – Core  Devices">
              <a:extLst>
                <a:ext uri="{FF2B5EF4-FFF2-40B4-BE49-F238E27FC236}">
                  <a16:creationId xmlns:a16="http://schemas.microsoft.com/office/drawing/2014/main" id="{05017C3D-E254-0514-A115-40C12B6C8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9784" y="3332222"/>
              <a:ext cx="3047619" cy="3047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D25900-630F-4D51-6822-93DCD01389B4}"/>
                </a:ext>
              </a:extLst>
            </p:cNvPr>
            <p:cNvSpPr txBox="1"/>
            <p:nvPr/>
          </p:nvSpPr>
          <p:spPr>
            <a:xfrm>
              <a:off x="1304145" y="4043596"/>
              <a:ext cx="840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MXP A</a:t>
              </a:r>
              <a:endParaRPr lang="th-TH" b="1" dirty="0">
                <a:solidFill>
                  <a:srgbClr val="C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D26AEE-75AC-CBF2-4CB8-50C4489D0C95}"/>
                </a:ext>
              </a:extLst>
            </p:cNvPr>
            <p:cNvSpPr txBox="1"/>
            <p:nvPr/>
          </p:nvSpPr>
          <p:spPr>
            <a:xfrm>
              <a:off x="1304144" y="5078314"/>
              <a:ext cx="840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MXP B</a:t>
              </a:r>
              <a:endParaRPr lang="th-TH" b="1" dirty="0">
                <a:solidFill>
                  <a:srgbClr val="C0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3F4BB2-790E-7FBD-F3D1-229A1B235360}"/>
                </a:ext>
              </a:extLst>
            </p:cNvPr>
            <p:cNvSpPr txBox="1"/>
            <p:nvPr/>
          </p:nvSpPr>
          <p:spPr>
            <a:xfrm>
              <a:off x="3956462" y="4541095"/>
              <a:ext cx="861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MSP C</a:t>
              </a:r>
              <a:endParaRPr lang="th-TH" b="1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DC2F89-4F0C-B16E-CA66-F14974D459F2}"/>
                </a:ext>
              </a:extLst>
            </p:cNvPr>
            <p:cNvSpPr txBox="1"/>
            <p:nvPr/>
          </p:nvSpPr>
          <p:spPr>
            <a:xfrm>
              <a:off x="3162825" y="6119300"/>
              <a:ext cx="845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button</a:t>
              </a:r>
              <a:endParaRPr lang="th-TH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B2D020-891D-47B8-C980-D77668028D54}"/>
                </a:ext>
              </a:extLst>
            </p:cNvPr>
            <p:cNvSpPr txBox="1"/>
            <p:nvPr/>
          </p:nvSpPr>
          <p:spPr>
            <a:xfrm>
              <a:off x="2759487" y="4303212"/>
              <a:ext cx="90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LED x 4</a:t>
              </a:r>
              <a:endParaRPr lang="th-TH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891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AA53F3-4331-DA94-91FE-4B832D4F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885"/>
            <a:ext cx="12192000" cy="6498229"/>
          </a:xfrm>
          <a:prstGeom prst="rect">
            <a:avLst/>
          </a:prstGeom>
          <a:ln>
            <a:solidFill>
              <a:srgbClr val="0070C0"/>
            </a:solidFill>
          </a:ln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0E08204-45DB-C494-03AF-22E26C290A98}"/>
              </a:ext>
            </a:extLst>
          </p:cNvPr>
          <p:cNvCxnSpPr/>
          <p:nvPr/>
        </p:nvCxnSpPr>
        <p:spPr>
          <a:xfrm flipV="1">
            <a:off x="1004342" y="4557008"/>
            <a:ext cx="1584000" cy="1512000"/>
          </a:xfrm>
          <a:prstGeom prst="bentConnector3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757ACFD-02D4-F66D-2AA5-F98FA4E35CC0}"/>
              </a:ext>
            </a:extLst>
          </p:cNvPr>
          <p:cNvCxnSpPr/>
          <p:nvPr/>
        </p:nvCxnSpPr>
        <p:spPr>
          <a:xfrm flipV="1">
            <a:off x="4049844" y="3914930"/>
            <a:ext cx="2484000" cy="1692000"/>
          </a:xfrm>
          <a:prstGeom prst="bentConnector3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D2EBC88-CB2A-321A-4AF1-8AAED4338A58}"/>
              </a:ext>
            </a:extLst>
          </p:cNvPr>
          <p:cNvCxnSpPr/>
          <p:nvPr/>
        </p:nvCxnSpPr>
        <p:spPr>
          <a:xfrm flipV="1">
            <a:off x="8144659" y="3891008"/>
            <a:ext cx="432000" cy="1332000"/>
          </a:xfrm>
          <a:prstGeom prst="bentConnector3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002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5B4A33-6C74-1319-7CBF-6E38F51E3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047"/>
            <a:ext cx="12192000" cy="48499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71F20-A662-D66A-5328-9FBDF74D7C52}"/>
              </a:ext>
            </a:extLst>
          </p:cNvPr>
          <p:cNvSpPr txBox="1"/>
          <p:nvPr/>
        </p:nvSpPr>
        <p:spPr>
          <a:xfrm>
            <a:off x="10283252" y="4961745"/>
            <a:ext cx="1225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b="1" dirty="0">
                <a:solidFill>
                  <a:srgbClr val="C00000"/>
                </a:solidFill>
              </a:rPr>
              <a:t>ไม่แนะนำ</a:t>
            </a:r>
          </a:p>
        </p:txBody>
      </p:sp>
    </p:spTree>
    <p:extLst>
      <p:ext uri="{BB962C8B-B14F-4D97-AF65-F5344CB8AC3E}">
        <p14:creationId xmlns:p14="http://schemas.microsoft.com/office/powerpoint/2010/main" val="2082383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6DC5B4-1478-AF09-8C33-DEB029D89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12" y="2439301"/>
            <a:ext cx="9667875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E4C13C-BACD-E26D-A0C8-0067530C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50" y="200926"/>
            <a:ext cx="960120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7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3D2E40D-338F-715E-FB36-D552EB528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94"/>
          <a:stretch/>
        </p:blipFill>
        <p:spPr bwMode="auto">
          <a:xfrm>
            <a:off x="276225" y="1429375"/>
            <a:ext cx="3781425" cy="370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013757-697E-8BE0-3FCA-33FCA65E6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1952625"/>
            <a:ext cx="813435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63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AB434-EFF1-694E-5B6E-0B4F0EA78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693" y="670654"/>
            <a:ext cx="2946032" cy="43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B42AB4-FFAC-2425-BADF-9EDF57D7A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108696" y="132492"/>
            <a:ext cx="207645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9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5C8E8B-CC1B-F9F9-65F1-10301429A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95" y="879204"/>
            <a:ext cx="10393680" cy="5539740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1FBAA9-ED38-4354-4385-9DC91A084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79" y="3013756"/>
            <a:ext cx="3357563" cy="340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78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58379D-69DB-6D1C-88B3-4DA27463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84" y="2094593"/>
            <a:ext cx="3305175" cy="3771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D15A14-5754-4C8F-6D3C-0ED453190B81}"/>
              </a:ext>
            </a:extLst>
          </p:cNvPr>
          <p:cNvSpPr txBox="1"/>
          <p:nvPr/>
        </p:nvSpPr>
        <p:spPr>
          <a:xfrm>
            <a:off x="1061584" y="14191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NI 9239/9269 Connector</a:t>
            </a:r>
            <a:endParaRPr lang="th-TH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E1E9D-C020-882E-4CD5-CDC3AD391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02" y="1916131"/>
            <a:ext cx="1714739" cy="4058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0CBA2-3BD7-72FE-4A5B-4C248DE2E1F3}"/>
              </a:ext>
            </a:extLst>
          </p:cNvPr>
          <p:cNvSpPr txBox="1"/>
          <p:nvPr/>
        </p:nvSpPr>
        <p:spPr>
          <a:xfrm>
            <a:off x="6619541" y="1423925"/>
            <a:ext cx="2808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NI 9477 Connector</a:t>
            </a:r>
            <a:endParaRPr lang="th-TH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49B5C-4499-B882-7CE7-43432E381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22" y="2930265"/>
            <a:ext cx="4686954" cy="210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0FF155A-44E1-9282-FA83-EE0FF530C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85" y="1740581"/>
            <a:ext cx="4572000" cy="305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D91289A-1C8A-6EFF-64FF-A71FE8AC0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056" y="1740581"/>
            <a:ext cx="5823453" cy="305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04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CF8C0A-00CF-6146-B0DA-AF8CD946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05" y="3580493"/>
            <a:ext cx="3952875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0CFAD-D738-A847-8388-5D5F7E398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523" y="2986769"/>
            <a:ext cx="4572000" cy="24026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5DCCA9-CED8-9E7E-0F11-C54C66387C33}"/>
              </a:ext>
            </a:extLst>
          </p:cNvPr>
          <p:cNvSpPr/>
          <p:nvPr/>
        </p:nvSpPr>
        <p:spPr>
          <a:xfrm>
            <a:off x="4431523" y="5443879"/>
            <a:ext cx="7216095" cy="765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PicoScope</a:t>
            </a:r>
            <a:r>
              <a:rPr lang="en-US" dirty="0"/>
              <a:t> drivers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77ADF-740E-4163-0DF0-E05745B65455}"/>
              </a:ext>
            </a:extLst>
          </p:cNvPr>
          <p:cNvSpPr txBox="1"/>
          <p:nvPr/>
        </p:nvSpPr>
        <p:spPr>
          <a:xfrm>
            <a:off x="4431522" y="2525104"/>
            <a:ext cx="3056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PicoScope</a:t>
            </a:r>
            <a:r>
              <a:rPr lang="en-US" sz="2400" dirty="0"/>
              <a:t> 7 software</a:t>
            </a:r>
            <a:endParaRPr lang="th-TH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BA3B68-FDC0-A2A3-6C54-346A49B70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286" y="2997303"/>
            <a:ext cx="2743200" cy="144160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A1EA9A-0A1F-B707-4E91-F40ECC953008}"/>
              </a:ext>
            </a:extLst>
          </p:cNvPr>
          <p:cNvSpPr/>
          <p:nvPr/>
        </p:nvSpPr>
        <p:spPr>
          <a:xfrm>
            <a:off x="9188970" y="4438912"/>
            <a:ext cx="2458648" cy="9505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PicoSDK</a:t>
            </a:r>
            <a:endParaRPr lang="th-TH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4DDA1D-31C7-840C-B483-FFB64BF68A44}"/>
              </a:ext>
            </a:extLst>
          </p:cNvPr>
          <p:cNvSpPr txBox="1"/>
          <p:nvPr/>
        </p:nvSpPr>
        <p:spPr>
          <a:xfrm>
            <a:off x="9018513" y="2525103"/>
            <a:ext cx="2708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PicoSDK</a:t>
            </a:r>
            <a:r>
              <a:rPr lang="en-US" sz="2400" dirty="0"/>
              <a:t> + wrapper</a:t>
            </a: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1705580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27D8243-1BE8-590B-E16C-7DCE901485BE}"/>
              </a:ext>
            </a:extLst>
          </p:cNvPr>
          <p:cNvGrpSpPr/>
          <p:nvPr/>
        </p:nvGrpSpPr>
        <p:grpSpPr>
          <a:xfrm>
            <a:off x="129043" y="815901"/>
            <a:ext cx="11871707" cy="4966221"/>
            <a:chOff x="129043" y="815901"/>
            <a:chExt cx="11871707" cy="496622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D69969-9264-74CB-96D3-A0C2E1AF9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043" y="1308100"/>
              <a:ext cx="3964781" cy="394335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203908-C6E3-E60B-25C8-E9EFF39B8787}"/>
                </a:ext>
              </a:extLst>
            </p:cNvPr>
            <p:cNvSpPr txBox="1"/>
            <p:nvPr/>
          </p:nvSpPr>
          <p:spPr>
            <a:xfrm>
              <a:off x="129043" y="846435"/>
              <a:ext cx="16243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Real-world</a:t>
              </a:r>
              <a:endParaRPr lang="th-TH" sz="2400" dirty="0">
                <a:solidFill>
                  <a:srgbClr val="0070C0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AC3102A-95EE-8E68-62F2-D3B4499A7574}"/>
                </a:ext>
              </a:extLst>
            </p:cNvPr>
            <p:cNvCxnSpPr/>
            <p:nvPr/>
          </p:nvCxnSpPr>
          <p:spPr>
            <a:xfrm>
              <a:off x="4238175" y="846434"/>
              <a:ext cx="0" cy="4788000"/>
            </a:xfrm>
            <a:prstGeom prst="line">
              <a:avLst/>
            </a:prstGeom>
            <a:ln w="2540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35B46B-DEEF-A57A-7431-33F1615786E8}"/>
                </a:ext>
              </a:extLst>
            </p:cNvPr>
            <p:cNvSpPr txBox="1"/>
            <p:nvPr/>
          </p:nvSpPr>
          <p:spPr>
            <a:xfrm>
              <a:off x="4383570" y="846435"/>
              <a:ext cx="11448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Signals</a:t>
              </a:r>
              <a:endParaRPr lang="th-TH" sz="2400" dirty="0">
                <a:solidFill>
                  <a:srgbClr val="0070C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14B1B5-3D74-C0FC-A8A5-84E2D8D759AD}"/>
                </a:ext>
              </a:extLst>
            </p:cNvPr>
            <p:cNvSpPr txBox="1"/>
            <p:nvPr/>
          </p:nvSpPr>
          <p:spPr>
            <a:xfrm>
              <a:off x="4372869" y="3062072"/>
              <a:ext cx="261642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Signal transmission</a:t>
              </a:r>
              <a:endParaRPr lang="en-US" sz="2400" b="1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Single-ended input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Differential input</a:t>
              </a:r>
              <a:endParaRPr lang="th-TH" sz="2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DE1E83-71F7-EDE3-356D-32CC309BF458}"/>
                </a:ext>
              </a:extLst>
            </p:cNvPr>
            <p:cNvSpPr txBox="1"/>
            <p:nvPr/>
          </p:nvSpPr>
          <p:spPr>
            <a:xfrm>
              <a:off x="4368868" y="1408722"/>
              <a:ext cx="176234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Signal source</a:t>
              </a:r>
              <a:endParaRPr lang="en-US" sz="2400" b="1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Grounded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Floating</a:t>
              </a:r>
              <a:endParaRPr lang="th-TH" sz="2000" dirty="0"/>
            </a:p>
          </p:txBody>
        </p:sp>
        <p:pic>
          <p:nvPicPr>
            <p:cNvPr id="1028" name="Picture 4" descr="It is important to know if your signal is grounded or floating">
              <a:extLst>
                <a:ext uri="{FF2B5EF4-FFF2-40B4-BE49-F238E27FC236}">
                  <a16:creationId xmlns:a16="http://schemas.microsoft.com/office/drawing/2014/main" id="{5F52DED7-1FE2-B2FB-1072-C4BE39EBBE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8299" y="815901"/>
              <a:ext cx="3175000" cy="1885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519FB0-7D7D-5F8A-C86E-6392DEF09AB8}"/>
                </a:ext>
              </a:extLst>
            </p:cNvPr>
            <p:cNvSpPr txBox="1"/>
            <p:nvPr/>
          </p:nvSpPr>
          <p:spPr>
            <a:xfrm>
              <a:off x="4368868" y="4560869"/>
              <a:ext cx="289662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Special format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Current loop 4-20 mA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Voltage-to-Frequency</a:t>
              </a:r>
              <a:endParaRPr lang="th-TH" sz="2000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C45C72F-3010-2368-4E58-05257FF00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89291" y="2672669"/>
              <a:ext cx="3230880" cy="1684020"/>
            </a:xfrm>
            <a:prstGeom prst="rect">
              <a:avLst/>
            </a:prstGeom>
          </p:spPr>
        </p:pic>
        <p:pic>
          <p:nvPicPr>
            <p:cNvPr id="1030" name="Picture 6" descr="Fundamentals of 4-20 mA Current Loop Instrumentation">
              <a:extLst>
                <a:ext uri="{FF2B5EF4-FFF2-40B4-BE49-F238E27FC236}">
                  <a16:creationId xmlns:a16="http://schemas.microsoft.com/office/drawing/2014/main" id="{2A3F1142-5C86-99B9-66D9-839FD9505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2526" y="4355277"/>
              <a:ext cx="2151380" cy="1426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4C4543-52F4-85C2-B89E-A85D05AA2E81}"/>
                </a:ext>
              </a:extLst>
            </p:cNvPr>
            <p:cNvCxnSpPr/>
            <p:nvPr/>
          </p:nvCxnSpPr>
          <p:spPr>
            <a:xfrm>
              <a:off x="10196295" y="846434"/>
              <a:ext cx="0" cy="4788000"/>
            </a:xfrm>
            <a:prstGeom prst="line">
              <a:avLst/>
            </a:prstGeom>
            <a:ln w="25400"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FEA6379-F67F-F17D-E358-1B1032E59B9F}"/>
                </a:ext>
              </a:extLst>
            </p:cNvPr>
            <p:cNvSpPr txBox="1"/>
            <p:nvPr/>
          </p:nvSpPr>
          <p:spPr>
            <a:xfrm>
              <a:off x="10323688" y="839178"/>
              <a:ext cx="925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Value</a:t>
              </a:r>
              <a:endParaRPr lang="th-TH" sz="2400" dirty="0">
                <a:solidFill>
                  <a:srgbClr val="0070C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4CAEB3-190A-3C59-FF20-6A6A326422F9}"/>
                </a:ext>
              </a:extLst>
            </p:cNvPr>
            <p:cNvSpPr txBox="1"/>
            <p:nvPr/>
          </p:nvSpPr>
          <p:spPr>
            <a:xfrm>
              <a:off x="10323688" y="1300843"/>
              <a:ext cx="167706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Amplitude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Logic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Waveform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/>
                <a:t>Spectrum</a:t>
              </a:r>
              <a:endParaRPr lang="th-TH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9919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5DFB0-99FB-300C-C879-B085966A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79" y="1196521"/>
            <a:ext cx="1638300" cy="40005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A35258-56F7-FDBD-D079-33F1880D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765" y="1196521"/>
            <a:ext cx="3009900" cy="369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E198E-84D2-AB5C-2B55-7CBB7F26E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051" y="1196521"/>
            <a:ext cx="6015038" cy="20788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77CC40-8156-6C77-C967-8138F9CD6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051" y="3770652"/>
            <a:ext cx="5993606" cy="22431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65C93F-406C-F256-762E-83A168C7ED48}"/>
              </a:ext>
            </a:extLst>
          </p:cNvPr>
          <p:cNvSpPr txBox="1"/>
          <p:nvPr/>
        </p:nvSpPr>
        <p:spPr>
          <a:xfrm>
            <a:off x="8174527" y="3087348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3745169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B97F97F-B39B-378A-C1D2-CF523B35FD6D}"/>
              </a:ext>
            </a:extLst>
          </p:cNvPr>
          <p:cNvGrpSpPr/>
          <p:nvPr/>
        </p:nvGrpSpPr>
        <p:grpSpPr>
          <a:xfrm>
            <a:off x="850220" y="778269"/>
            <a:ext cx="9891487" cy="5613913"/>
            <a:chOff x="850220" y="778269"/>
            <a:chExt cx="9891487" cy="56139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1B78C7-4D4E-D1AC-5F25-23906F3F5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220" y="1191532"/>
              <a:ext cx="4714875" cy="52006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892B6D-5462-C802-5F0B-DC5DED528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6907" y="1191532"/>
              <a:ext cx="4114800" cy="376237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A6D05C-F2F7-F3DB-E317-E1066C72627B}"/>
                </a:ext>
              </a:extLst>
            </p:cNvPr>
            <p:cNvSpPr txBox="1"/>
            <p:nvPr/>
          </p:nvSpPr>
          <p:spPr>
            <a:xfrm>
              <a:off x="850220" y="778269"/>
              <a:ext cx="36083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Edit &gt; Sequence File Properties</a:t>
              </a:r>
              <a:endParaRPr lang="th-TH" sz="2000" dirty="0">
                <a:solidFill>
                  <a:srgbClr val="0070C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B95F1D-703C-C886-D932-584E61F1C2B0}"/>
                </a:ext>
              </a:extLst>
            </p:cNvPr>
            <p:cNvSpPr txBox="1"/>
            <p:nvPr/>
          </p:nvSpPr>
          <p:spPr>
            <a:xfrm>
              <a:off x="6626907" y="778269"/>
              <a:ext cx="31354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Configure &gt; Model Options</a:t>
              </a:r>
              <a:endParaRPr lang="th-TH" sz="2000" dirty="0">
                <a:solidFill>
                  <a:srgbClr val="0070C0"/>
                </a:solidFill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16397E02-3782-1E38-8246-8D683110C1B1}"/>
                </a:ext>
              </a:extLst>
            </p:cNvPr>
            <p:cNvSpPr/>
            <p:nvPr/>
          </p:nvSpPr>
          <p:spPr>
            <a:xfrm>
              <a:off x="4952435" y="3376045"/>
              <a:ext cx="1553028" cy="83162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12DBC80-08E0-CC8A-9D04-82D5C076ED05}"/>
                </a:ext>
              </a:extLst>
            </p:cNvPr>
            <p:cNvSpPr/>
            <p:nvPr/>
          </p:nvSpPr>
          <p:spPr>
            <a:xfrm>
              <a:off x="988541" y="2310713"/>
              <a:ext cx="3291840" cy="11430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D6FE58-6F69-5A3D-66B4-9302E5CA801A}"/>
                </a:ext>
              </a:extLst>
            </p:cNvPr>
            <p:cNvSpPr/>
            <p:nvPr/>
          </p:nvSpPr>
          <p:spPr>
            <a:xfrm>
              <a:off x="6822213" y="1533723"/>
              <a:ext cx="1280160" cy="73152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8951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5D4262D-8C30-03B8-518B-4D23A1F97F05}"/>
              </a:ext>
            </a:extLst>
          </p:cNvPr>
          <p:cNvGrpSpPr/>
          <p:nvPr/>
        </p:nvGrpSpPr>
        <p:grpSpPr>
          <a:xfrm>
            <a:off x="240982" y="308610"/>
            <a:ext cx="11710035" cy="6240780"/>
            <a:chOff x="240982" y="308610"/>
            <a:chExt cx="11710035" cy="624078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04C914-D310-4B29-1611-4B64F99CB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982" y="308610"/>
              <a:ext cx="11710035" cy="624078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A46749B-F628-2F2F-9EBF-9DD59CE363A5}"/>
                </a:ext>
              </a:extLst>
            </p:cNvPr>
            <p:cNvSpPr/>
            <p:nvPr/>
          </p:nvSpPr>
          <p:spPr>
            <a:xfrm>
              <a:off x="595086" y="3429000"/>
              <a:ext cx="1440000" cy="54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ym typeface="Wingdings" panose="05000000000000000000" pitchFamily="2" charset="2"/>
                </a:rPr>
                <a:t> </a:t>
              </a:r>
              <a:r>
                <a:rPr lang="en-US" sz="2000" dirty="0"/>
                <a:t>Step</a:t>
              </a:r>
              <a:endParaRPr lang="th-TH" sz="20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F88250-0BAB-B724-A121-A7A7C3B0E566}"/>
                </a:ext>
              </a:extLst>
            </p:cNvPr>
            <p:cNvSpPr/>
            <p:nvPr/>
          </p:nvSpPr>
          <p:spPr>
            <a:xfrm>
              <a:off x="4201792" y="3410857"/>
              <a:ext cx="1800000" cy="54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ym typeface="Wingdings" panose="05000000000000000000" pitchFamily="2" charset="2"/>
                </a:rPr>
                <a:t> </a:t>
              </a:r>
              <a:r>
                <a:rPr lang="en-US" sz="2000" dirty="0"/>
                <a:t>Sequence</a:t>
              </a:r>
              <a:endParaRPr lang="th-TH" sz="20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EDD37D-DA8B-568E-7A1B-42CAEB625DE7}"/>
                </a:ext>
              </a:extLst>
            </p:cNvPr>
            <p:cNvSpPr/>
            <p:nvPr/>
          </p:nvSpPr>
          <p:spPr>
            <a:xfrm>
              <a:off x="2917278" y="5493657"/>
              <a:ext cx="1980000" cy="54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ym typeface="Wingdings" panose="05000000000000000000" pitchFamily="2" charset="2"/>
                </a:rPr>
                <a:t> </a:t>
              </a:r>
              <a:r>
                <a:rPr lang="en-US" sz="2000" dirty="0"/>
                <a:t>Step settings</a:t>
              </a:r>
              <a:endParaRPr lang="th-TH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D60F3D-F479-3C1C-CCA7-FF801B97CDD8}"/>
                </a:ext>
              </a:extLst>
            </p:cNvPr>
            <p:cNvSpPr/>
            <p:nvPr/>
          </p:nvSpPr>
          <p:spPr>
            <a:xfrm>
              <a:off x="8766535" y="3928428"/>
              <a:ext cx="1800000" cy="54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ym typeface="Wingdings" panose="05000000000000000000" pitchFamily="2" charset="2"/>
                </a:rPr>
                <a:t> </a:t>
              </a:r>
              <a:r>
                <a:rPr lang="en-US" sz="2000" dirty="0"/>
                <a:t>Variables</a:t>
              </a:r>
              <a:endParaRPr lang="th-TH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2571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31E8AF-AD12-2DED-6260-4B74A75F0279}"/>
              </a:ext>
            </a:extLst>
          </p:cNvPr>
          <p:cNvGrpSpPr/>
          <p:nvPr/>
        </p:nvGrpSpPr>
        <p:grpSpPr>
          <a:xfrm>
            <a:off x="247306" y="270510"/>
            <a:ext cx="11697388" cy="6316980"/>
            <a:chOff x="247306" y="270510"/>
            <a:chExt cx="11697388" cy="631698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8E6107-ED90-AAE0-1157-1A244A060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306" y="270510"/>
              <a:ext cx="7833360" cy="63169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0B4921-3776-B6ED-1867-7CFF9B466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6644" y="459196"/>
              <a:ext cx="3448050" cy="29527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99B7B92-CCD0-63BA-62A0-1C970CC05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8556" y="3545114"/>
              <a:ext cx="3324225" cy="2943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6108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A3FDB-8100-0005-D7EA-7FD00F18F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2" y="1962150"/>
            <a:ext cx="4476750" cy="293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95EEF0-2F9A-C3DB-6B2A-823AEA764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796" y="3123293"/>
            <a:ext cx="4476750" cy="2933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67A6BE-D5AB-6746-838A-C19B7FB8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53" y="1962150"/>
            <a:ext cx="4476750" cy="2933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F86C92-71C0-6DE4-B99D-2F2FD933B301}"/>
              </a:ext>
            </a:extLst>
          </p:cNvPr>
          <p:cNvSpPr txBox="1"/>
          <p:nvPr/>
        </p:nvSpPr>
        <p:spPr>
          <a:xfrm>
            <a:off x="156482" y="1562040"/>
            <a:ext cx="3580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Edit &gt; Sequence File Callbacks</a:t>
            </a:r>
            <a:endParaRPr lang="th-TH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809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M321 - SNOS935C">
            <a:extLst>
              <a:ext uri="{FF2B5EF4-FFF2-40B4-BE49-F238E27FC236}">
                <a16:creationId xmlns:a16="http://schemas.microsoft.com/office/drawing/2014/main" id="{604CD164-B72C-40AC-EB1F-2F5AEBFBB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573" y="184492"/>
            <a:ext cx="35814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-pin (DBV) package image">
            <a:extLst>
              <a:ext uri="{FF2B5EF4-FFF2-40B4-BE49-F238E27FC236}">
                <a16:creationId xmlns:a16="http://schemas.microsoft.com/office/drawing/2014/main" id="{7D419CC9-7DD1-E44C-727F-AD6A2392E3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/>
          <a:stretch/>
        </p:blipFill>
        <p:spPr bwMode="auto">
          <a:xfrm>
            <a:off x="1611086" y="2755505"/>
            <a:ext cx="23368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2C4BC3-882E-EB35-56EF-F77F593A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91"/>
          <a:stretch/>
        </p:blipFill>
        <p:spPr>
          <a:xfrm>
            <a:off x="3759200" y="1669655"/>
            <a:ext cx="23368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81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98771E8-0D9D-46D0-64AD-D90028CD5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1" t="3441" r="11621" b="3153"/>
          <a:stretch/>
        </p:blipFill>
        <p:spPr bwMode="auto">
          <a:xfrm>
            <a:off x="1717589" y="0"/>
            <a:ext cx="4188981" cy="300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TE Technology">
            <a:extLst>
              <a:ext uri="{FF2B5EF4-FFF2-40B4-BE49-F238E27FC236}">
                <a16:creationId xmlns:a16="http://schemas.microsoft.com/office/drawing/2014/main" id="{FD291E38-D706-7A33-EA16-67DBA168C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8"/>
          <a:stretch/>
        </p:blipFill>
        <p:spPr bwMode="auto">
          <a:xfrm>
            <a:off x="1717589" y="3013024"/>
            <a:ext cx="4175275" cy="288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594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B3CB0-1D78-5762-9C3E-F6B62CA5BD31}"/>
              </a:ext>
            </a:extLst>
          </p:cNvPr>
          <p:cNvSpPr txBox="1"/>
          <p:nvPr/>
        </p:nvSpPr>
        <p:spPr>
          <a:xfrm>
            <a:off x="9586683" y="1186490"/>
            <a:ext cx="923330" cy="3764044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ctr"/>
            <a:r>
              <a:rPr lang="en-US" sz="2400" dirty="0"/>
              <a:t>Semiconductor process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Assembly – Test - Packaging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D7F0E5-B34F-ACED-0636-7D034D8F2037}"/>
              </a:ext>
            </a:extLst>
          </p:cNvPr>
          <p:cNvGrpSpPr/>
          <p:nvPr/>
        </p:nvGrpSpPr>
        <p:grpSpPr>
          <a:xfrm>
            <a:off x="5522683" y="99924"/>
            <a:ext cx="4064000" cy="4803371"/>
            <a:chOff x="1580269" y="61694"/>
            <a:chExt cx="4064000" cy="4803371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232ADBE-2EE6-CF96-3DBB-119F7391555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76929006"/>
                </p:ext>
              </p:extLst>
            </p:nvPr>
          </p:nvGraphicFramePr>
          <p:xfrm>
            <a:off x="1580269" y="1139252"/>
            <a:ext cx="4064000" cy="355266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1026" name="Picture 2" descr="Silicon Wafer Processing | How Are Silicon Wafers Made?">
              <a:extLst>
                <a:ext uri="{FF2B5EF4-FFF2-40B4-BE49-F238E27FC236}">
                  <a16:creationId xmlns:a16="http://schemas.microsoft.com/office/drawing/2014/main" id="{FFA03C30-BB83-673D-752E-66673501BD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18" t="6339" r="11122" b="8197"/>
            <a:stretch/>
          </p:blipFill>
          <p:spPr bwMode="auto">
            <a:xfrm>
              <a:off x="2098623" y="61694"/>
              <a:ext cx="1107605" cy="911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C, ICหายาก, IC ซ่อมบอร์ดเครื่องจักรโรงงาน fanuc cnc - บริษัท โอเวอร์วินน์  อิเล็กทรอนิกส์ ซอร์ซ จำกัด Overwin Electronic Source Company Limited :  Inspired by LnwShop.com (v2)">
              <a:extLst>
                <a:ext uri="{FF2B5EF4-FFF2-40B4-BE49-F238E27FC236}">
                  <a16:creationId xmlns:a16="http://schemas.microsoft.com/office/drawing/2014/main" id="{13B18BB2-4307-BB2E-BFDA-29764BA4BD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7388" y="3691109"/>
              <a:ext cx="1421606" cy="1173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B1A2738-5EC1-3286-5DDA-491D8CFCF6DC}"/>
              </a:ext>
            </a:extLst>
          </p:cNvPr>
          <p:cNvGrpSpPr/>
          <p:nvPr/>
        </p:nvGrpSpPr>
        <p:grpSpPr>
          <a:xfrm>
            <a:off x="1299947" y="62449"/>
            <a:ext cx="4064000" cy="4678906"/>
            <a:chOff x="6319915" y="13016"/>
            <a:chExt cx="4064000" cy="4678906"/>
          </a:xfrm>
        </p:grpSpPr>
        <p:pic>
          <p:nvPicPr>
            <p:cNvPr id="1032" name="Picture 8" descr="CIF AE16 2 Copper Clad Board Epoxy Glass Fabric Laminate With 35 μm Copper  Thick, 100 mm">
              <a:extLst>
                <a:ext uri="{FF2B5EF4-FFF2-40B4-BE49-F238E27FC236}">
                  <a16:creationId xmlns:a16="http://schemas.microsoft.com/office/drawing/2014/main" id="{C0671B54-F56C-B66D-5206-8221911748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3115" y="13016"/>
              <a:ext cx="1828800" cy="1126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93E7DBF3-CA05-843D-A6D1-D6DB891298B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13227654"/>
                </p:ext>
              </p:extLst>
            </p:nvPr>
          </p:nvGraphicFramePr>
          <p:xfrm>
            <a:off x="6319915" y="1139252"/>
            <a:ext cx="4064000" cy="355266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1" r:qs="rId12" r:cs="rId13"/>
            </a:graphicData>
          </a:graphic>
        </p:graphicFrame>
        <p:pic>
          <p:nvPicPr>
            <p:cNvPr id="1034" name="Picture 10" descr="PCB Manufacturing Process | Sierra Circuits">
              <a:extLst>
                <a:ext uri="{FF2B5EF4-FFF2-40B4-BE49-F238E27FC236}">
                  <a16:creationId xmlns:a16="http://schemas.microsoft.com/office/drawing/2014/main" id="{D40CE4C0-1EF8-CC4F-F26F-454D9C1F3E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803"/>
            <a:stretch/>
          </p:blipFill>
          <p:spPr bwMode="auto">
            <a:xfrm>
              <a:off x="8553451" y="3691110"/>
              <a:ext cx="1514475" cy="1000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71FF257-DD47-E4DC-F009-6545D11B9F4C}"/>
              </a:ext>
            </a:extLst>
          </p:cNvPr>
          <p:cNvSpPr txBox="1"/>
          <p:nvPr/>
        </p:nvSpPr>
        <p:spPr>
          <a:xfrm>
            <a:off x="845311" y="2073105"/>
            <a:ext cx="553998" cy="1795299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sz="2400" dirty="0"/>
              <a:t>PCB process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C602F71-AA3A-4BA9-EB67-621085DFD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208339"/>
              </p:ext>
            </p:extLst>
          </p:nvPr>
        </p:nvGraphicFramePr>
        <p:xfrm>
          <a:off x="1421037" y="5088995"/>
          <a:ext cx="7947815" cy="1408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3C27CD-788C-CEA5-6989-50FE0C8DFE16}"/>
              </a:ext>
            </a:extLst>
          </p:cNvPr>
          <p:cNvCxnSpPr>
            <a:cxnSpLocks/>
            <a:stCxn id="1034" idx="2"/>
            <a:endCxn id="9" idx="1"/>
          </p:cNvCxnSpPr>
          <p:nvPr/>
        </p:nvCxnSpPr>
        <p:spPr>
          <a:xfrm rot="5400000">
            <a:off x="2330014" y="3832378"/>
            <a:ext cx="1051731" cy="2869684"/>
          </a:xfrm>
          <a:prstGeom prst="bentConnector4">
            <a:avLst>
              <a:gd name="adj1" fmla="val 16527"/>
              <a:gd name="adj2" fmla="val 107966"/>
            </a:avLst>
          </a:prstGeom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CBAD864-3600-DBB3-CCD0-634ADA8A41EB}"/>
              </a:ext>
            </a:extLst>
          </p:cNvPr>
          <p:cNvCxnSpPr>
            <a:cxnSpLocks/>
            <a:stCxn id="1030" idx="2"/>
            <a:endCxn id="9" idx="0"/>
          </p:cNvCxnSpPr>
          <p:nvPr/>
        </p:nvCxnSpPr>
        <p:spPr>
          <a:xfrm rot="5400000">
            <a:off x="5868846" y="2708735"/>
            <a:ext cx="457200" cy="4846320"/>
          </a:xfrm>
          <a:prstGeom prst="bentConnector3">
            <a:avLst>
              <a:gd name="adj1" fmla="val 50000"/>
            </a:avLst>
          </a:prstGeom>
          <a:ln w="25400">
            <a:solidFill>
              <a:srgbClr val="C00000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The Differences Between PCB and PCBA in Design, Process and Costs | Viasion">
            <a:extLst>
              <a:ext uri="{FF2B5EF4-FFF2-40B4-BE49-F238E27FC236}">
                <a16:creationId xmlns:a16="http://schemas.microsoft.com/office/drawing/2014/main" id="{E0CB85C7-13E0-92B3-5721-51B224AF4D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50"/>
          <a:stretch/>
        </p:blipFill>
        <p:spPr bwMode="auto">
          <a:xfrm>
            <a:off x="9485324" y="5088995"/>
            <a:ext cx="102469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5BAB3FD-2C0A-CE2F-A567-43FC03670402}"/>
              </a:ext>
            </a:extLst>
          </p:cNvPr>
          <p:cNvSpPr txBox="1"/>
          <p:nvPr/>
        </p:nvSpPr>
        <p:spPr>
          <a:xfrm>
            <a:off x="4490028" y="6296411"/>
            <a:ext cx="2065309" cy="4616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sz="2400" dirty="0"/>
              <a:t>PCBA process</a:t>
            </a:r>
          </a:p>
        </p:txBody>
      </p:sp>
    </p:spTree>
    <p:extLst>
      <p:ext uri="{BB962C8B-B14F-4D97-AF65-F5344CB8AC3E}">
        <p14:creationId xmlns:p14="http://schemas.microsoft.com/office/powerpoint/2010/main" val="3504638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B0316-37F2-BD8B-5AEF-3BC158CE4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FF349C-3B38-4B4E-107B-2822DD37EF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14" t="61337" r="52500"/>
          <a:stretch/>
        </p:blipFill>
        <p:spPr>
          <a:xfrm>
            <a:off x="5094515" y="4165600"/>
            <a:ext cx="3570514" cy="25122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0D72B-9DCB-4CD3-CE48-F37B1C3144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14" t="61337" r="51667"/>
          <a:stretch/>
        </p:blipFill>
        <p:spPr>
          <a:xfrm>
            <a:off x="8519886" y="4165600"/>
            <a:ext cx="3672114" cy="25122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54836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2C1D1-09FD-9F7D-0CA6-5DC3F9D9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09997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91E4E2-32BA-2362-0C7D-9AC8268A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02" y="775834"/>
            <a:ext cx="9725025" cy="1590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A6C6E2-A127-2CB1-DB66-DF72D9EEA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1628"/>
          <a:stretch/>
        </p:blipFill>
        <p:spPr>
          <a:xfrm>
            <a:off x="1049564" y="2648403"/>
            <a:ext cx="9715500" cy="1843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93FC87-D5B7-A36F-AFF4-D71A3F7CF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353"/>
          <a:stretch/>
        </p:blipFill>
        <p:spPr>
          <a:xfrm>
            <a:off x="1049564" y="4499429"/>
            <a:ext cx="9715500" cy="10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48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5FCD34-FA19-8527-EA47-ED3AD2BE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628"/>
          <a:stretch/>
        </p:blipFill>
        <p:spPr>
          <a:xfrm>
            <a:off x="1049564" y="805089"/>
            <a:ext cx="9715500" cy="1843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D6B106-E522-4758-0965-7940B0038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353"/>
          <a:stretch/>
        </p:blipFill>
        <p:spPr>
          <a:xfrm>
            <a:off x="1049564" y="2648178"/>
            <a:ext cx="9715500" cy="10164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2AA5AA-9721-6798-5A9A-DF63AFBB8F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546" b="27095"/>
          <a:stretch/>
        </p:blipFill>
        <p:spPr>
          <a:xfrm>
            <a:off x="1049564" y="3635603"/>
            <a:ext cx="9715500" cy="86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0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5949F-6365-2770-C271-3A2D5F2BB165}"/>
              </a:ext>
            </a:extLst>
          </p:cNvPr>
          <p:cNvSpPr/>
          <p:nvPr/>
        </p:nvSpPr>
        <p:spPr>
          <a:xfrm>
            <a:off x="119445" y="2746056"/>
            <a:ext cx="1512000" cy="1080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ProcessSetup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 err="1">
                <a:solidFill>
                  <a:srgbClr val="FF0000"/>
                </a:solidFill>
              </a:rPr>
              <a:t>PreUUTLoop</a:t>
            </a:r>
            <a:endParaRPr lang="th-TH" sz="1600" b="1" dirty="0">
              <a:solidFill>
                <a:srgbClr val="FF000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20BCE6-D59C-4F46-6427-777E4878017F}"/>
              </a:ext>
            </a:extLst>
          </p:cNvPr>
          <p:cNvSpPr/>
          <p:nvPr/>
        </p:nvSpPr>
        <p:spPr>
          <a:xfrm>
            <a:off x="1984648" y="2746056"/>
            <a:ext cx="1548000" cy="1080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Get options:</a:t>
            </a:r>
            <a:br>
              <a:rPr lang="en-US" sz="1600" dirty="0"/>
            </a:br>
            <a:r>
              <a:rPr lang="en-US" sz="1600" dirty="0"/>
              <a:t>model, report, database</a:t>
            </a:r>
            <a:endParaRPr lang="th-TH" sz="1600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C51902-ED9C-6483-5268-A92B67E26BEA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1631445" y="3286056"/>
            <a:ext cx="353203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205058-3121-0F1F-745F-3B9376B36230}"/>
              </a:ext>
            </a:extLst>
          </p:cNvPr>
          <p:cNvSpPr/>
          <p:nvPr/>
        </p:nvSpPr>
        <p:spPr>
          <a:xfrm>
            <a:off x="3885851" y="2746056"/>
            <a:ext cx="1512000" cy="1080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Get UUT serial number</a:t>
            </a:r>
            <a:endParaRPr lang="th-TH" sz="1600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6EA569-6108-B312-7D43-CBCC6F874EAB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3532648" y="3286056"/>
            <a:ext cx="353203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>
            <a:extLst>
              <a:ext uri="{FF2B5EF4-FFF2-40B4-BE49-F238E27FC236}">
                <a16:creationId xmlns:a16="http://schemas.microsoft.com/office/drawing/2014/main" id="{248E1343-EF52-89D0-137A-8266C95365EF}"/>
              </a:ext>
            </a:extLst>
          </p:cNvPr>
          <p:cNvSpPr/>
          <p:nvPr/>
        </p:nvSpPr>
        <p:spPr>
          <a:xfrm>
            <a:off x="5648811" y="3106056"/>
            <a:ext cx="360000" cy="360000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09F7DE-C890-0C8E-9214-806FED38B06F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5397851" y="3286056"/>
            <a:ext cx="25096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73BED9-AFFE-2800-2876-DEAC21BB936C}"/>
              </a:ext>
            </a:extLst>
          </p:cNvPr>
          <p:cNvSpPr/>
          <p:nvPr/>
        </p:nvSpPr>
        <p:spPr>
          <a:xfrm>
            <a:off x="6259771" y="2746056"/>
            <a:ext cx="1620000" cy="1080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rgbClr val="0070C0"/>
                </a:solidFill>
              </a:rPr>
              <a:t>MainSequence</a:t>
            </a:r>
            <a:br>
              <a:rPr lang="en-US" sz="1500" b="1" dirty="0">
                <a:solidFill>
                  <a:srgbClr val="0070C0"/>
                </a:solidFill>
              </a:rPr>
            </a:br>
            <a:r>
              <a:rPr lang="en-US" sz="1600" dirty="0">
                <a:solidFill>
                  <a:srgbClr val="0070C0"/>
                </a:solidFill>
              </a:rPr>
              <a:t>setup </a:t>
            </a:r>
            <a:r>
              <a:rPr lang="en-US" sz="1600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rgbClr val="0070C0"/>
                </a:solidFill>
              </a:rPr>
              <a:t> main </a:t>
            </a:r>
            <a:r>
              <a:rPr lang="en-US" sz="1600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rgbClr val="0070C0"/>
                </a:solidFill>
              </a:rPr>
              <a:t> cleanup</a:t>
            </a:r>
            <a:endParaRPr lang="en-US" sz="1500" dirty="0">
              <a:solidFill>
                <a:srgbClr val="0070C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AA7481-EA5D-99B1-86DA-47F0DEE34C07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6008811" y="3286056"/>
            <a:ext cx="250960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6ADA44-2794-01AC-A7F6-D0F8FE46E884}"/>
              </a:ext>
            </a:extLst>
          </p:cNvPr>
          <p:cNvSpPr/>
          <p:nvPr/>
        </p:nvSpPr>
        <p:spPr>
          <a:xfrm>
            <a:off x="8270068" y="2746056"/>
            <a:ext cx="1620000" cy="1080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Process results: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report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database</a:t>
            </a:r>
            <a:endParaRPr lang="th-TH" sz="16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4F7A5F-23D4-2DE3-0304-6646BD90D942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>
            <a:off x="7879771" y="3286056"/>
            <a:ext cx="39029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EEA9933-ABB1-E96B-A03F-E657265FCC1F}"/>
              </a:ext>
            </a:extLst>
          </p:cNvPr>
          <p:cNvSpPr/>
          <p:nvPr/>
        </p:nvSpPr>
        <p:spPr>
          <a:xfrm>
            <a:off x="10280365" y="2746056"/>
            <a:ext cx="1800000" cy="1080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ProcessCleanup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 err="1">
                <a:solidFill>
                  <a:srgbClr val="FF0000"/>
                </a:solidFill>
              </a:rPr>
              <a:t>PostUUTLoop</a:t>
            </a:r>
            <a:endParaRPr lang="th-TH" sz="1600" b="1" dirty="0">
              <a:solidFill>
                <a:srgbClr val="FF0000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F655342-4BC2-17C8-30A1-FCF69B71EDB1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9890068" y="3286056"/>
            <a:ext cx="390297" cy="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6AF0256-1A2A-4D93-BE8E-AD953E2CA47D}"/>
              </a:ext>
            </a:extLst>
          </p:cNvPr>
          <p:cNvCxnSpPr>
            <a:cxnSpLocks/>
            <a:endCxn id="10" idx="2"/>
          </p:cNvCxnSpPr>
          <p:nvPr/>
        </p:nvCxnSpPr>
        <p:spPr>
          <a:xfrm rot="10800000" flipV="1">
            <a:off x="4641852" y="3286056"/>
            <a:ext cx="5443369" cy="540000"/>
          </a:xfrm>
          <a:prstGeom prst="bentConnector4">
            <a:avLst>
              <a:gd name="adj1" fmla="val 358"/>
              <a:gd name="adj2" fmla="val 158989"/>
            </a:avLst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66908AD-9FF0-3659-63E4-861634D04580}"/>
              </a:ext>
            </a:extLst>
          </p:cNvPr>
          <p:cNvSpPr txBox="1"/>
          <p:nvPr/>
        </p:nvSpPr>
        <p:spPr>
          <a:xfrm>
            <a:off x="6553474" y="4181389"/>
            <a:ext cx="162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Test UUTs only</a:t>
            </a:r>
            <a:endParaRPr lang="th-TH" dirty="0">
              <a:solidFill>
                <a:srgbClr val="C00000"/>
              </a:solidFill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5D4C80A-68C7-23AC-6467-BB94C05FE304}"/>
              </a:ext>
            </a:extLst>
          </p:cNvPr>
          <p:cNvCxnSpPr>
            <a:cxnSpLocks/>
            <a:stCxn id="14" idx="0"/>
            <a:endCxn id="36" idx="0"/>
          </p:cNvCxnSpPr>
          <p:nvPr/>
        </p:nvCxnSpPr>
        <p:spPr>
          <a:xfrm rot="5400000" flipH="1" flipV="1">
            <a:off x="8324588" y="250279"/>
            <a:ext cx="360000" cy="5351554"/>
          </a:xfrm>
          <a:prstGeom prst="bentConnector3">
            <a:avLst>
              <a:gd name="adj1" fmla="val 213467"/>
            </a:avLst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8B63464-B98F-ACA4-A97C-7891E12C21BE}"/>
              </a:ext>
            </a:extLst>
          </p:cNvPr>
          <p:cNvSpPr txBox="1"/>
          <p:nvPr/>
        </p:nvSpPr>
        <p:spPr>
          <a:xfrm>
            <a:off x="7694526" y="1946320"/>
            <a:ext cx="233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STOP (Test UUTs only)</a:t>
            </a:r>
            <a:endParaRPr lang="th-TH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350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10CE8-409C-1102-EC0B-BA653984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43" t="14427" r="33928" b="32632"/>
          <a:stretch/>
        </p:blipFill>
        <p:spPr>
          <a:xfrm>
            <a:off x="130627" y="1175654"/>
            <a:ext cx="5965373" cy="343988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CF130F-7E1E-5A9F-9FCF-D55066E7A9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2" t="15320" r="33809" b="31739"/>
          <a:stretch/>
        </p:blipFill>
        <p:spPr>
          <a:xfrm>
            <a:off x="6096000" y="1175656"/>
            <a:ext cx="5965373" cy="3439888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69595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EB7A0FF-B9E0-111C-C411-DA8394A70EEC}"/>
              </a:ext>
            </a:extLst>
          </p:cNvPr>
          <p:cNvGrpSpPr/>
          <p:nvPr/>
        </p:nvGrpSpPr>
        <p:grpSpPr>
          <a:xfrm>
            <a:off x="905164" y="203200"/>
            <a:ext cx="9784716" cy="6451600"/>
            <a:chOff x="905164" y="203200"/>
            <a:chExt cx="9784716" cy="6451600"/>
          </a:xfrm>
        </p:grpSpPr>
        <p:pic>
          <p:nvPicPr>
            <p:cNvPr id="54" name="Google Shape;5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5164" y="203200"/>
              <a:ext cx="9784716" cy="645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4BE7CCB-43A7-D7EB-2661-D5E21E4AEE56}"/>
                </a:ext>
              </a:extLst>
            </p:cNvPr>
            <p:cNvSpPr/>
            <p:nvPr/>
          </p:nvSpPr>
          <p:spPr>
            <a:xfrm>
              <a:off x="1320798" y="1246909"/>
              <a:ext cx="1052947" cy="591127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58AB88F-D80E-933B-8F66-94D114095968}"/>
                </a:ext>
              </a:extLst>
            </p:cNvPr>
            <p:cNvSpPr/>
            <p:nvPr/>
          </p:nvSpPr>
          <p:spPr>
            <a:xfrm>
              <a:off x="3666838" y="1246909"/>
              <a:ext cx="1339271" cy="1126836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85D9435-5F3C-E9E3-3726-2054E6FFA361}"/>
              </a:ext>
            </a:extLst>
          </p:cNvPr>
          <p:cNvSpPr/>
          <p:nvPr/>
        </p:nvSpPr>
        <p:spPr>
          <a:xfrm>
            <a:off x="1330033" y="2512294"/>
            <a:ext cx="3676076" cy="11268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803501"/>
            <a:ext cx="11785603" cy="4011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9092" y="1604951"/>
            <a:ext cx="3400705" cy="23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CD4B87-A1CC-D438-443F-9B3CB3688C95}"/>
              </a:ext>
            </a:extLst>
          </p:cNvPr>
          <p:cNvSpPr/>
          <p:nvPr/>
        </p:nvSpPr>
        <p:spPr>
          <a:xfrm>
            <a:off x="1099127" y="4119418"/>
            <a:ext cx="4100946" cy="1884218"/>
          </a:xfrm>
          <a:prstGeom prst="rect">
            <a:avLst/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EAE646-F7A5-7BF2-96E2-0FE033D8405F}"/>
              </a:ext>
            </a:extLst>
          </p:cNvPr>
          <p:cNvSpPr/>
          <p:nvPr/>
        </p:nvSpPr>
        <p:spPr>
          <a:xfrm>
            <a:off x="5620327" y="4119418"/>
            <a:ext cx="2507673" cy="1884218"/>
          </a:xfrm>
          <a:prstGeom prst="rect">
            <a:avLst/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9BDAB9-A96D-1110-92AF-D9FE4CB08874}"/>
              </a:ext>
            </a:extLst>
          </p:cNvPr>
          <p:cNvSpPr/>
          <p:nvPr/>
        </p:nvSpPr>
        <p:spPr>
          <a:xfrm>
            <a:off x="8128001" y="4124036"/>
            <a:ext cx="1736436" cy="771237"/>
          </a:xfrm>
          <a:prstGeom prst="rect">
            <a:avLst/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1844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40900" cy="64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40900" cy="64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1844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01" y="138167"/>
            <a:ext cx="65405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0" y="1740685"/>
            <a:ext cx="11938000" cy="48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3062734"/>
            <a:ext cx="11785603" cy="368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00" y="203200"/>
            <a:ext cx="3392160" cy="265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412834"/>
            <a:ext cx="11785599" cy="433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3167" y="241485"/>
            <a:ext cx="6527800" cy="44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01" y="2503800"/>
            <a:ext cx="11785601" cy="4286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40900" cy="64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66F944-C409-5929-2B50-86B67A7F9DDF}"/>
              </a:ext>
            </a:extLst>
          </p:cNvPr>
          <p:cNvSpPr/>
          <p:nvPr/>
        </p:nvSpPr>
        <p:spPr>
          <a:xfrm>
            <a:off x="550607" y="1310969"/>
            <a:ext cx="3133213" cy="5768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00BB8-82CB-148D-2675-111A968CB624}"/>
              </a:ext>
            </a:extLst>
          </p:cNvPr>
          <p:cNvSpPr/>
          <p:nvPr/>
        </p:nvSpPr>
        <p:spPr>
          <a:xfrm>
            <a:off x="3862768" y="1310969"/>
            <a:ext cx="1928433" cy="5768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8AC33D-7F51-E7C3-9BBB-90B70F981A5A}"/>
              </a:ext>
            </a:extLst>
          </p:cNvPr>
          <p:cNvSpPr/>
          <p:nvPr/>
        </p:nvSpPr>
        <p:spPr>
          <a:xfrm>
            <a:off x="6824408" y="5522289"/>
            <a:ext cx="1572833" cy="5127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40900" cy="64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105077-F49F-28C1-2706-A1B82756F9BD}"/>
              </a:ext>
            </a:extLst>
          </p:cNvPr>
          <p:cNvSpPr/>
          <p:nvPr/>
        </p:nvSpPr>
        <p:spPr>
          <a:xfrm>
            <a:off x="2834640" y="3536008"/>
            <a:ext cx="1905000" cy="18741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AEE62-1256-12A5-B894-0A19A4B3BB52}"/>
              </a:ext>
            </a:extLst>
          </p:cNvPr>
          <p:cNvSpPr/>
          <p:nvPr/>
        </p:nvSpPr>
        <p:spPr>
          <a:xfrm>
            <a:off x="6065520" y="3723968"/>
            <a:ext cx="213360" cy="7565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971844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0" y="1740685"/>
            <a:ext cx="11938000" cy="481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7681" y="503929"/>
            <a:ext cx="4699820" cy="31210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20C96F-3E44-F5B5-8790-497BD0EFF2A4}"/>
              </a:ext>
            </a:extLst>
          </p:cNvPr>
          <p:cNvSpPr/>
          <p:nvPr/>
        </p:nvSpPr>
        <p:spPr>
          <a:xfrm>
            <a:off x="1051560" y="3931920"/>
            <a:ext cx="2758440" cy="146304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5A2A4-D068-F10B-4DF3-22C7D76006B9}"/>
              </a:ext>
            </a:extLst>
          </p:cNvPr>
          <p:cNvSpPr/>
          <p:nvPr/>
        </p:nvSpPr>
        <p:spPr>
          <a:xfrm>
            <a:off x="5197000" y="3931920"/>
            <a:ext cx="1874360" cy="146304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01464-2A0B-6763-D078-3705FB171D0D}"/>
              </a:ext>
            </a:extLst>
          </p:cNvPr>
          <p:cNvSpPr/>
          <p:nvPr/>
        </p:nvSpPr>
        <p:spPr>
          <a:xfrm>
            <a:off x="8034749" y="3931920"/>
            <a:ext cx="3105691" cy="146304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26414"/>
            <a:ext cx="11785603" cy="368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960" y="698247"/>
            <a:ext cx="3392160" cy="26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ECB24A-579C-DC72-219A-C6E0A0A246D8}"/>
              </a:ext>
            </a:extLst>
          </p:cNvPr>
          <p:cNvSpPr/>
          <p:nvPr/>
        </p:nvSpPr>
        <p:spPr>
          <a:xfrm>
            <a:off x="1737360" y="3135043"/>
            <a:ext cx="4998720" cy="192463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D7FAF-C739-F2AF-97E5-9E7DEABC7BEC}"/>
              </a:ext>
            </a:extLst>
          </p:cNvPr>
          <p:cNvSpPr/>
          <p:nvPr/>
        </p:nvSpPr>
        <p:spPr>
          <a:xfrm>
            <a:off x="7543800" y="3135726"/>
            <a:ext cx="1795141" cy="192463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412834"/>
            <a:ext cx="11785599" cy="433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929" y="637724"/>
            <a:ext cx="4699820" cy="31911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E0B14C-7789-8857-49E5-D331977906CD}"/>
              </a:ext>
            </a:extLst>
          </p:cNvPr>
          <p:cNvSpPr/>
          <p:nvPr/>
        </p:nvSpPr>
        <p:spPr>
          <a:xfrm>
            <a:off x="807720" y="4578259"/>
            <a:ext cx="1706880" cy="141731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393300-F6C7-60E8-3142-D2880D817496}"/>
              </a:ext>
            </a:extLst>
          </p:cNvPr>
          <p:cNvSpPr/>
          <p:nvPr/>
        </p:nvSpPr>
        <p:spPr>
          <a:xfrm>
            <a:off x="3261360" y="4008121"/>
            <a:ext cx="6568440" cy="198745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9E229-27F1-FCBC-23A3-1DC71B5D8759}"/>
              </a:ext>
            </a:extLst>
          </p:cNvPr>
          <p:cNvSpPr/>
          <p:nvPr/>
        </p:nvSpPr>
        <p:spPr>
          <a:xfrm>
            <a:off x="10485120" y="4578259"/>
            <a:ext cx="899160" cy="141731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285644"/>
            <a:ext cx="11785601" cy="42867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C3FB70-B756-9FA1-1551-267314BD963D}"/>
              </a:ext>
            </a:extLst>
          </p:cNvPr>
          <p:cNvSpPr/>
          <p:nvPr/>
        </p:nvSpPr>
        <p:spPr>
          <a:xfrm>
            <a:off x="792480" y="3008539"/>
            <a:ext cx="6004560" cy="141731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7ADC87-0B4B-7971-B886-7854EE2A2585}"/>
              </a:ext>
            </a:extLst>
          </p:cNvPr>
          <p:cNvSpPr/>
          <p:nvPr/>
        </p:nvSpPr>
        <p:spPr>
          <a:xfrm>
            <a:off x="6893560" y="3008538"/>
            <a:ext cx="3225800" cy="1417319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2;p22">
            <a:extLst>
              <a:ext uri="{FF2B5EF4-FFF2-40B4-BE49-F238E27FC236}">
                <a16:creationId xmlns:a16="http://schemas.microsoft.com/office/drawing/2014/main" id="{01B0E170-5099-5980-DCA7-7A840A0939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14363" t="63853" r="55772"/>
          <a:stretch/>
        </p:blipFill>
        <p:spPr>
          <a:xfrm>
            <a:off x="4248038" y="4248152"/>
            <a:ext cx="3519777" cy="2289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3" name="Google Shape;107;p23">
            <a:extLst>
              <a:ext uri="{FF2B5EF4-FFF2-40B4-BE49-F238E27FC236}">
                <a16:creationId xmlns:a16="http://schemas.microsoft.com/office/drawing/2014/main" id="{8F0A55AE-4E5D-3666-A6D3-5B5D0D3B142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l="14331" t="63853" r="58944" b="1"/>
          <a:stretch/>
        </p:blipFill>
        <p:spPr>
          <a:xfrm>
            <a:off x="6889727" y="4248152"/>
            <a:ext cx="3149597" cy="2289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0"/>
            <a:ext cx="11785600" cy="633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b67b33-5297-4888-9b64-6141d4c9307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0C26ED4FF8EDD64DB44646FFCB697D50" ma:contentTypeVersion="18" ma:contentTypeDescription="สร้างเอกสารใหม่" ma:contentTypeScope="" ma:versionID="7c59c447710d8d07d8a1baa6504ff8ab">
  <xsd:schema xmlns:xsd="http://www.w3.org/2001/XMLSchema" xmlns:xs="http://www.w3.org/2001/XMLSchema" xmlns:p="http://schemas.microsoft.com/office/2006/metadata/properties" xmlns:ns3="efb67b33-5297-4888-9b64-6141d4c93076" xmlns:ns4="5ebc053c-b06b-4fb8-b47f-5463008b9ef5" targetNamespace="http://schemas.microsoft.com/office/2006/metadata/properties" ma:root="true" ma:fieldsID="1b1e2d183788a4750baf0434420c07e5" ns3:_="" ns4:_="">
    <xsd:import namespace="efb67b33-5297-4888-9b64-6141d4c93076"/>
    <xsd:import namespace="5ebc053c-b06b-4fb8-b47f-5463008b9e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67b33-5297-4888-9b64-6141d4c930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bc053c-b06b-4fb8-b47f-5463008b9ef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แชร์กับ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แชร์พร้อมกับรายละเอียด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การแชร์แฮชคำแนะนำ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B90051-65D9-46EF-94FB-41426F782A42}">
  <ds:schemaRefs>
    <ds:schemaRef ds:uri="http://schemas.microsoft.com/office/infopath/2007/PartnerControls"/>
    <ds:schemaRef ds:uri="http://purl.org/dc/terms/"/>
    <ds:schemaRef ds:uri="http://www.w3.org/XML/1998/namespace"/>
    <ds:schemaRef ds:uri="5ebc053c-b06b-4fb8-b47f-5463008b9ef5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efb67b33-5297-4888-9b64-6141d4c93076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55BB781-C317-45A3-8FDB-C5A8263AC4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BE62E5-EC0D-45A5-9A09-55942B1875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b67b33-5297-4888-9b64-6141d4c93076"/>
    <ds:schemaRef ds:uri="5ebc053c-b06b-4fb8-b47f-5463008b9e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178</Words>
  <Application>Microsoft Office PowerPoint</Application>
  <PresentationFormat>Widescreen</PresentationFormat>
  <Paragraphs>74</Paragraphs>
  <Slides>53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Supachai  Vorapojpisut</dc:creator>
  <cp:lastModifiedBy>S Vorapojpisut</cp:lastModifiedBy>
  <cp:revision>96</cp:revision>
  <dcterms:created xsi:type="dcterms:W3CDTF">2026-07-07T16:01:57Z</dcterms:created>
  <dcterms:modified xsi:type="dcterms:W3CDTF">2026-08-26T15:16:18Z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0x0101000C26ED4FF8EDD64DB44646FFCB697D50</vt:lpwstr>
  </property>
</Properties>
</file>