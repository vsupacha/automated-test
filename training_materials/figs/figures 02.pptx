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0" d="100"/>
          <a:sy n="130" d="100"/>
        </p:scale>
        <p:origin x="354" y="2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085e9d9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6085e9d9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085e9d9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6085e9d9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085e9d9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6085e9d9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6085e9d9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6085e9d9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6085e9d9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6085e9d9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085e9d9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085e9d9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6085e9d9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6085e9d9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60a6672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60a6672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60a66722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60a66722f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60a66722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60a66722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05675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266F944-C409-5929-2B50-86B67A7F9DDF}"/>
              </a:ext>
            </a:extLst>
          </p:cNvPr>
          <p:cNvSpPr/>
          <p:nvPr/>
        </p:nvSpPr>
        <p:spPr>
          <a:xfrm>
            <a:off x="412955" y="983226"/>
            <a:ext cx="2349910" cy="4326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E00BB8-82CB-148D-2675-111A968CB624}"/>
              </a:ext>
            </a:extLst>
          </p:cNvPr>
          <p:cNvSpPr/>
          <p:nvPr/>
        </p:nvSpPr>
        <p:spPr>
          <a:xfrm>
            <a:off x="2897075" y="983226"/>
            <a:ext cx="1446325" cy="4326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8AC33D-7F51-E7C3-9BBB-90B70F981A5A}"/>
              </a:ext>
            </a:extLst>
          </p:cNvPr>
          <p:cNvSpPr/>
          <p:nvPr/>
        </p:nvSpPr>
        <p:spPr>
          <a:xfrm>
            <a:off x="5118305" y="4141717"/>
            <a:ext cx="1179625" cy="38456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05675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5105077-F49F-28C1-2706-A1B82756F9BD}"/>
              </a:ext>
            </a:extLst>
          </p:cNvPr>
          <p:cNvSpPr/>
          <p:nvPr/>
        </p:nvSpPr>
        <p:spPr>
          <a:xfrm>
            <a:off x="2125980" y="2652006"/>
            <a:ext cx="1428750" cy="14056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6AEE62-1256-12A5-B894-0A19A4B3BB52}"/>
              </a:ext>
            </a:extLst>
          </p:cNvPr>
          <p:cNvSpPr/>
          <p:nvPr/>
        </p:nvSpPr>
        <p:spPr>
          <a:xfrm>
            <a:off x="4549140" y="2792976"/>
            <a:ext cx="160020" cy="5674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28883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305513"/>
            <a:ext cx="8953500" cy="360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6"/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0760" y="377946"/>
            <a:ext cx="3524865" cy="234078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20C96F-3E44-F5B5-8790-497BD0EFF2A4}"/>
              </a:ext>
            </a:extLst>
          </p:cNvPr>
          <p:cNvSpPr/>
          <p:nvPr/>
        </p:nvSpPr>
        <p:spPr>
          <a:xfrm>
            <a:off x="788670" y="2948940"/>
            <a:ext cx="2068830" cy="1097280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F5A2A4-D068-F10B-4DF3-22C7D76006B9}"/>
              </a:ext>
            </a:extLst>
          </p:cNvPr>
          <p:cNvSpPr/>
          <p:nvPr/>
        </p:nvSpPr>
        <p:spPr>
          <a:xfrm>
            <a:off x="3897750" y="2948940"/>
            <a:ext cx="1405770" cy="1097280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701464-2A0B-6763-D078-3705FB171D0D}"/>
              </a:ext>
            </a:extLst>
          </p:cNvPr>
          <p:cNvSpPr/>
          <p:nvPr/>
        </p:nvSpPr>
        <p:spPr>
          <a:xfrm>
            <a:off x="6026062" y="2948940"/>
            <a:ext cx="2329268" cy="1097280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19810"/>
            <a:ext cx="8839202" cy="2760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1720" y="523685"/>
            <a:ext cx="2544120" cy="199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0ECB24A-579C-DC72-219A-C6E0A0A246D8}"/>
              </a:ext>
            </a:extLst>
          </p:cNvPr>
          <p:cNvSpPr/>
          <p:nvPr/>
        </p:nvSpPr>
        <p:spPr>
          <a:xfrm>
            <a:off x="1303020" y="2351282"/>
            <a:ext cx="3749040" cy="1443477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D7FAF-C739-F2AF-97E5-9E7DEABC7BEC}"/>
              </a:ext>
            </a:extLst>
          </p:cNvPr>
          <p:cNvSpPr/>
          <p:nvPr/>
        </p:nvSpPr>
        <p:spPr>
          <a:xfrm>
            <a:off x="5657850" y="2351794"/>
            <a:ext cx="1346356" cy="1443477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09625"/>
            <a:ext cx="8839199" cy="3248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8946" y="478293"/>
            <a:ext cx="3524865" cy="239334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8E0B14C-7789-8857-49E5-D331977906CD}"/>
              </a:ext>
            </a:extLst>
          </p:cNvPr>
          <p:cNvSpPr/>
          <p:nvPr/>
        </p:nvSpPr>
        <p:spPr>
          <a:xfrm>
            <a:off x="605790" y="3433694"/>
            <a:ext cx="1280160" cy="1062989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393300-F6C7-60E8-3142-D2880D817496}"/>
              </a:ext>
            </a:extLst>
          </p:cNvPr>
          <p:cNvSpPr/>
          <p:nvPr/>
        </p:nvSpPr>
        <p:spPr>
          <a:xfrm>
            <a:off x="2446020" y="3006091"/>
            <a:ext cx="4926330" cy="1490592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09E229-27F1-FCBC-23A3-1DC71B5D8759}"/>
              </a:ext>
            </a:extLst>
          </p:cNvPr>
          <p:cNvSpPr/>
          <p:nvPr/>
        </p:nvSpPr>
        <p:spPr>
          <a:xfrm>
            <a:off x="7863840" y="3433694"/>
            <a:ext cx="674370" cy="1062989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964233"/>
            <a:ext cx="8839201" cy="321503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6C3FB70-B756-9FA1-1551-267314BD963D}"/>
              </a:ext>
            </a:extLst>
          </p:cNvPr>
          <p:cNvSpPr/>
          <p:nvPr/>
        </p:nvSpPr>
        <p:spPr>
          <a:xfrm>
            <a:off x="594360" y="2256404"/>
            <a:ext cx="4503420" cy="1062989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7ADC87-0B4B-7971-B886-7854EE2A2585}"/>
              </a:ext>
            </a:extLst>
          </p:cNvPr>
          <p:cNvSpPr/>
          <p:nvPr/>
        </p:nvSpPr>
        <p:spPr>
          <a:xfrm>
            <a:off x="5170170" y="2256403"/>
            <a:ext cx="2419350" cy="1062989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51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51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02;p22">
            <a:extLst>
              <a:ext uri="{FF2B5EF4-FFF2-40B4-BE49-F238E27FC236}">
                <a16:creationId xmlns:a16="http://schemas.microsoft.com/office/drawing/2014/main" id="{01B0E170-5099-5980-DCA7-7A840A0939E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l="14363" t="63853" r="55772"/>
          <a:stretch/>
        </p:blipFill>
        <p:spPr>
          <a:xfrm>
            <a:off x="3186028" y="3186113"/>
            <a:ext cx="2639833" cy="171735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3" name="Google Shape;107;p23">
            <a:extLst>
              <a:ext uri="{FF2B5EF4-FFF2-40B4-BE49-F238E27FC236}">
                <a16:creationId xmlns:a16="http://schemas.microsoft.com/office/drawing/2014/main" id="{8F0A55AE-4E5D-3666-A6D3-5B5D0D3B142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rcRect l="14331" t="63853" r="58944" b="1"/>
          <a:stretch/>
        </p:blipFill>
        <p:spPr>
          <a:xfrm>
            <a:off x="5167295" y="3186113"/>
            <a:ext cx="2362198" cy="171735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51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51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Supachai  Vorapojpisut</cp:lastModifiedBy>
  <cp:revision>6</cp:revision>
  <dcterms:modified xsi:type="dcterms:W3CDTF">2026-07-31T15:44:20Z</dcterms:modified>
</cp:coreProperties>
</file>